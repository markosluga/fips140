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  <p:sldMasterId id="2147483755" r:id="rId5"/>
  </p:sldMasterIdLst>
  <p:notesMasterIdLst>
    <p:notesMasterId r:id="rId19"/>
  </p:notesMasterIdLst>
  <p:sldIdLst>
    <p:sldId id="2147482789" r:id="rId6"/>
    <p:sldId id="2147482797" r:id="rId7"/>
    <p:sldId id="2147482798" r:id="rId8"/>
    <p:sldId id="2147482799" r:id="rId9"/>
    <p:sldId id="2147482800" r:id="rId10"/>
    <p:sldId id="2147482803" r:id="rId11"/>
    <p:sldId id="2147482817" r:id="rId12"/>
    <p:sldId id="2147482819" r:id="rId13"/>
    <p:sldId id="2147482804" r:id="rId14"/>
    <p:sldId id="2147482820" r:id="rId15"/>
    <p:sldId id="2147482801" r:id="rId16"/>
    <p:sldId id="2147482821" r:id="rId17"/>
    <p:sldId id="214748279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95F7358-FEEC-4C31-84A5-F75C48253680}">
          <p14:sldIdLst>
            <p14:sldId id="2147482789"/>
            <p14:sldId id="2147482797"/>
            <p14:sldId id="2147482798"/>
            <p14:sldId id="2147482799"/>
            <p14:sldId id="2147482800"/>
            <p14:sldId id="2147482803"/>
            <p14:sldId id="2147482817"/>
            <p14:sldId id="2147482819"/>
            <p14:sldId id="2147482804"/>
            <p14:sldId id="2147482820"/>
            <p14:sldId id="2147482801"/>
            <p14:sldId id="2147482821"/>
            <p14:sldId id="21474827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FB824A-F14E-4780-8CE2-4A54EEB0968A}" v="3" dt="2026-03-26T19:27:41.4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73" autoAdjust="0"/>
  </p:normalViewPr>
  <p:slideViewPr>
    <p:cSldViewPr snapToGrid="0">
      <p:cViewPr>
        <p:scale>
          <a:sx n="107" d="100"/>
          <a:sy n="107" d="100"/>
        </p:scale>
        <p:origin x="2004" y="1074"/>
      </p:cViewPr>
      <p:guideLst/>
    </p:cSldViewPr>
  </p:slideViewPr>
  <p:outlineViewPr>
    <p:cViewPr>
      <p:scale>
        <a:sx n="33" d="100"/>
        <a:sy n="33" d="100"/>
      </p:scale>
      <p:origin x="0" y="-293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o Sluga" userId="4b6fd8b4-5129-4e74-b0f3-993546cd5a19" providerId="ADAL" clId="{DFA12621-1D2C-4408-8136-7E116E8063F6}"/>
    <pc:docChg chg="custSel addSld modSld modSection">
      <pc:chgData name="Marko Sluga" userId="4b6fd8b4-5129-4e74-b0f3-993546cd5a19" providerId="ADAL" clId="{DFA12621-1D2C-4408-8136-7E116E8063F6}" dt="2026-03-26T19:28:27.937" v="76" actId="20577"/>
      <pc:docMkLst>
        <pc:docMk/>
      </pc:docMkLst>
      <pc:sldChg chg="modSp mod">
        <pc:chgData name="Marko Sluga" userId="4b6fd8b4-5129-4e74-b0f3-993546cd5a19" providerId="ADAL" clId="{DFA12621-1D2C-4408-8136-7E116E8063F6}" dt="2026-03-26T19:25:59.569" v="9" actId="20577"/>
        <pc:sldMkLst>
          <pc:docMk/>
          <pc:sldMk cId="3507265594" sldId="2147482819"/>
        </pc:sldMkLst>
        <pc:spChg chg="mod">
          <ac:chgData name="Marko Sluga" userId="4b6fd8b4-5129-4e74-b0f3-993546cd5a19" providerId="ADAL" clId="{DFA12621-1D2C-4408-8136-7E116E8063F6}" dt="2026-03-26T19:25:59.569" v="9" actId="20577"/>
          <ac:spMkLst>
            <pc:docMk/>
            <pc:sldMk cId="3507265594" sldId="2147482819"/>
            <ac:spMk id="2" creationId="{299D2EA7-D4D7-DA17-2D20-D64DB4C7F1CA}"/>
          </ac:spMkLst>
        </pc:spChg>
      </pc:sldChg>
      <pc:sldChg chg="modSp mod">
        <pc:chgData name="Marko Sluga" userId="4b6fd8b4-5129-4e74-b0f3-993546cd5a19" providerId="ADAL" clId="{DFA12621-1D2C-4408-8136-7E116E8063F6}" dt="2026-03-26T19:26:21.796" v="10" actId="1076"/>
        <pc:sldMkLst>
          <pc:docMk/>
          <pc:sldMk cId="50036927" sldId="2147482820"/>
        </pc:sldMkLst>
        <pc:spChg chg="mod">
          <ac:chgData name="Marko Sluga" userId="4b6fd8b4-5129-4e74-b0f3-993546cd5a19" providerId="ADAL" clId="{DFA12621-1D2C-4408-8136-7E116E8063F6}" dt="2026-03-26T19:26:21.796" v="10" actId="1076"/>
          <ac:spMkLst>
            <pc:docMk/>
            <pc:sldMk cId="50036927" sldId="2147482820"/>
            <ac:spMk id="53" creationId="{A53C775C-A60B-34E1-834D-7DA9F5281EAC}"/>
          </ac:spMkLst>
        </pc:spChg>
        <pc:spChg chg="mod">
          <ac:chgData name="Marko Sluga" userId="4b6fd8b4-5129-4e74-b0f3-993546cd5a19" providerId="ADAL" clId="{DFA12621-1D2C-4408-8136-7E116E8063F6}" dt="2026-03-26T19:26:21.796" v="10" actId="1076"/>
          <ac:spMkLst>
            <pc:docMk/>
            <pc:sldMk cId="50036927" sldId="2147482820"/>
            <ac:spMk id="54" creationId="{DE836903-BF3A-70AF-09D0-D4579B3A9B34}"/>
          </ac:spMkLst>
        </pc:spChg>
        <pc:picChg chg="mod">
          <ac:chgData name="Marko Sluga" userId="4b6fd8b4-5129-4e74-b0f3-993546cd5a19" providerId="ADAL" clId="{DFA12621-1D2C-4408-8136-7E116E8063F6}" dt="2026-03-26T19:26:21.796" v="10" actId="1076"/>
          <ac:picMkLst>
            <pc:docMk/>
            <pc:sldMk cId="50036927" sldId="2147482820"/>
            <ac:picMk id="55" creationId="{4BDE58A8-7596-5C44-1ADE-B88D0CE6D2B0}"/>
          </ac:picMkLst>
        </pc:picChg>
      </pc:sldChg>
      <pc:sldChg chg="addSp delSp modSp new mod modClrScheme chgLayout">
        <pc:chgData name="Marko Sluga" userId="4b6fd8b4-5129-4e74-b0f3-993546cd5a19" providerId="ADAL" clId="{DFA12621-1D2C-4408-8136-7E116E8063F6}" dt="2026-03-26T19:28:27.937" v="76" actId="20577"/>
        <pc:sldMkLst>
          <pc:docMk/>
          <pc:sldMk cId="3869002584" sldId="2147482821"/>
        </pc:sldMkLst>
        <pc:spChg chg="del">
          <ac:chgData name="Marko Sluga" userId="4b6fd8b4-5129-4e74-b0f3-993546cd5a19" providerId="ADAL" clId="{DFA12621-1D2C-4408-8136-7E116E8063F6}" dt="2026-03-26T19:27:10.576" v="12" actId="700"/>
          <ac:spMkLst>
            <pc:docMk/>
            <pc:sldMk cId="3869002584" sldId="2147482821"/>
            <ac:spMk id="2" creationId="{4E14B582-4AC6-01F7-9114-821EEBC748E9}"/>
          </ac:spMkLst>
        </pc:spChg>
        <pc:spChg chg="del">
          <ac:chgData name="Marko Sluga" userId="4b6fd8b4-5129-4e74-b0f3-993546cd5a19" providerId="ADAL" clId="{DFA12621-1D2C-4408-8136-7E116E8063F6}" dt="2026-03-26T19:27:10.576" v="12" actId="700"/>
          <ac:spMkLst>
            <pc:docMk/>
            <pc:sldMk cId="3869002584" sldId="2147482821"/>
            <ac:spMk id="3" creationId="{68320D94-B044-294E-4F6B-72DEB5391612}"/>
          </ac:spMkLst>
        </pc:spChg>
        <pc:spChg chg="del">
          <ac:chgData name="Marko Sluga" userId="4b6fd8b4-5129-4e74-b0f3-993546cd5a19" providerId="ADAL" clId="{DFA12621-1D2C-4408-8136-7E116E8063F6}" dt="2026-03-26T19:27:10.576" v="12" actId="700"/>
          <ac:spMkLst>
            <pc:docMk/>
            <pc:sldMk cId="3869002584" sldId="2147482821"/>
            <ac:spMk id="4" creationId="{2188486D-3D3E-6F61-7FAA-C620DF7DCF04}"/>
          </ac:spMkLst>
        </pc:spChg>
        <pc:spChg chg="del">
          <ac:chgData name="Marko Sluga" userId="4b6fd8b4-5129-4e74-b0f3-993546cd5a19" providerId="ADAL" clId="{DFA12621-1D2C-4408-8136-7E116E8063F6}" dt="2026-03-26T19:27:10.576" v="12" actId="700"/>
          <ac:spMkLst>
            <pc:docMk/>
            <pc:sldMk cId="3869002584" sldId="2147482821"/>
            <ac:spMk id="5" creationId="{89E9FDC4-A7C3-BC89-4DB6-4A1AB0CE7315}"/>
          </ac:spMkLst>
        </pc:spChg>
        <pc:spChg chg="add del mod">
          <ac:chgData name="Marko Sluga" userId="4b6fd8b4-5129-4e74-b0f3-993546cd5a19" providerId="ADAL" clId="{DFA12621-1D2C-4408-8136-7E116E8063F6}" dt="2026-03-26T19:27:40.132" v="15" actId="478"/>
          <ac:spMkLst>
            <pc:docMk/>
            <pc:sldMk cId="3869002584" sldId="2147482821"/>
            <ac:spMk id="6" creationId="{7D1F73BC-386B-F991-FBEF-5E7CA30F779F}"/>
          </ac:spMkLst>
        </pc:spChg>
        <pc:spChg chg="add del mod">
          <ac:chgData name="Marko Sluga" userId="4b6fd8b4-5129-4e74-b0f3-993546cd5a19" providerId="ADAL" clId="{DFA12621-1D2C-4408-8136-7E116E8063F6}" dt="2026-03-26T19:27:40.132" v="15" actId="478"/>
          <ac:spMkLst>
            <pc:docMk/>
            <pc:sldMk cId="3869002584" sldId="2147482821"/>
            <ac:spMk id="7" creationId="{298CA8A7-D560-3ECA-60F4-2CC3C71CCBB6}"/>
          </ac:spMkLst>
        </pc:spChg>
        <pc:spChg chg="add mod">
          <ac:chgData name="Marko Sluga" userId="4b6fd8b4-5129-4e74-b0f3-993546cd5a19" providerId="ADAL" clId="{DFA12621-1D2C-4408-8136-7E116E8063F6}" dt="2026-03-26T19:28:02.316" v="55" actId="20577"/>
          <ac:spMkLst>
            <pc:docMk/>
            <pc:sldMk cId="3869002584" sldId="2147482821"/>
            <ac:spMk id="8" creationId="{ACCA8EC2-2FD9-1175-73A1-1597530B14E9}"/>
          </ac:spMkLst>
        </pc:spChg>
        <pc:spChg chg="add mod">
          <ac:chgData name="Marko Sluga" userId="4b6fd8b4-5129-4e74-b0f3-993546cd5a19" providerId="ADAL" clId="{DFA12621-1D2C-4408-8136-7E116E8063F6}" dt="2026-03-26T19:28:27.937" v="76" actId="20577"/>
          <ac:spMkLst>
            <pc:docMk/>
            <pc:sldMk cId="3869002584" sldId="2147482821"/>
            <ac:spMk id="10" creationId="{78DD215C-5150-A6C8-2287-08A5BDB132C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644A2-0D2F-4BDA-864F-D2738DD8741D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46B7F4-FB43-4894-A2D0-A9192FE6C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437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7DBAA2-1EED-4FC8-A856-5AEA357CCC8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8313D"/>
                </a:solidFill>
                <a:effectLst/>
                <a:uLnTx/>
                <a:uFillTx/>
                <a:latin typeface="Arial Narrow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8313D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89120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46B67-B4DD-1862-112B-9B527E794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67B5E3-79EA-4D74-8B58-9D5215D275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9BE2A9-2FD9-EB3E-283C-27B262E2C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054CF-0551-CA9D-4DB7-AD2B7CB525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7DBAA2-1EED-4FC8-A856-5AEA357CCC8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8313D"/>
                </a:solidFill>
                <a:effectLst/>
                <a:uLnTx/>
                <a:uFillTx/>
                <a:latin typeface="Arial Narrow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8313D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2085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Black Soli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pdated logo" descr="Logo&#10;&#10;Description automatically generated">
            <a:extLst>
              <a:ext uri="{FF2B5EF4-FFF2-40B4-BE49-F238E27FC236}">
                <a16:creationId xmlns:a16="http://schemas.microsoft.com/office/drawing/2014/main" id="{772B347F-F7C5-F39C-2D59-19BAFA0C7B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899" y="471509"/>
            <a:ext cx="603504" cy="603504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898D6D05-97DF-4C74-8943-E0633B92DAB3}"/>
              </a:ext>
            </a:extLst>
          </p:cNvPr>
          <p:cNvSpPr>
            <a:spLocks noGrp="1"/>
          </p:cNvSpPr>
          <p:nvPr userDrawn="1">
            <p:ph type="ctrTitle"/>
          </p:nvPr>
        </p:nvSpPr>
        <p:spPr bwMode="black">
          <a:xfrm>
            <a:off x="457200" y="1143000"/>
            <a:ext cx="7970363" cy="2446038"/>
          </a:xfrm>
          <a:prstGeom prst="rect">
            <a:avLst/>
          </a:prstGeom>
        </p:spPr>
        <p:txBody>
          <a:bodyPr anchor="b"/>
          <a:lstStyle>
            <a:lvl1pPr algn="l">
              <a:defRPr sz="4800" spc="-13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4FDFB-D8B5-4D90-9CC9-76F699041481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457200" y="3933825"/>
            <a:ext cx="7970362" cy="178117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2pPr>
            <a:lvl3pPr marL="457200" indent="-457200">
              <a:buFontTx/>
              <a:buNone/>
              <a:defRPr sz="1600">
                <a:solidFill>
                  <a:schemeClr val="bg1"/>
                </a:solidFill>
              </a:defRPr>
            </a:lvl3pPr>
            <a:lvl4pPr marL="685800" indent="-685800">
              <a:buFontTx/>
              <a:buNone/>
              <a:defRPr sz="1600"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6AF44DA-001C-9E7F-AD01-D958D456BB79}"/>
              </a:ext>
            </a:extLst>
          </p:cNvPr>
          <p:cNvGrpSpPr/>
          <p:nvPr userDrawn="1"/>
        </p:nvGrpSpPr>
        <p:grpSpPr>
          <a:xfrm>
            <a:off x="0" y="6763512"/>
            <a:ext cx="12192000" cy="94488"/>
            <a:chOff x="4107" y="7202786"/>
            <a:chExt cx="12187893" cy="3175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007FCF1-D1B8-B070-2327-F3F96B348AB9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0ED93EB-90C9-6617-A634-5A8CB61A3C5B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AEA4AA0-FD7D-51BE-D1CF-58B4B5A45834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75DC19F-0D82-5BCB-44A3-CCED469399B0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5BE33C-0832-4FCA-046C-A527E97B273F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44FD162-EFF2-B37B-5EAE-E3B21D80B55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64035155"/>
              </p:ext>
            </p:extLst>
          </p:nvPr>
        </p:nvGraphicFramePr>
        <p:xfrm>
          <a:off x="12784086" y="0"/>
          <a:ext cx="982552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5638">
                  <a:extLst>
                    <a:ext uri="{9D8B030D-6E8A-4147-A177-3AD203B41FA5}">
                      <a16:colId xmlns:a16="http://schemas.microsoft.com/office/drawing/2014/main" val="2612666631"/>
                    </a:ext>
                  </a:extLst>
                </a:gridCol>
                <a:gridCol w="245638">
                  <a:extLst>
                    <a:ext uri="{9D8B030D-6E8A-4147-A177-3AD203B41FA5}">
                      <a16:colId xmlns:a16="http://schemas.microsoft.com/office/drawing/2014/main" val="632087406"/>
                    </a:ext>
                  </a:extLst>
                </a:gridCol>
                <a:gridCol w="244750">
                  <a:extLst>
                    <a:ext uri="{9D8B030D-6E8A-4147-A177-3AD203B41FA5}">
                      <a16:colId xmlns:a16="http://schemas.microsoft.com/office/drawing/2014/main" val="3768442156"/>
                    </a:ext>
                  </a:extLst>
                </a:gridCol>
                <a:gridCol w="246526">
                  <a:extLst>
                    <a:ext uri="{9D8B030D-6E8A-4147-A177-3AD203B41FA5}">
                      <a16:colId xmlns:a16="http://schemas.microsoft.com/office/drawing/2014/main" val="2575882035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B2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6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002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00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4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D6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57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A4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E0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C08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712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B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D7E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AF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C8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D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C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8D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3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20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AB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59C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22CB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17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E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7DB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1D6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61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F542782-B9BB-1663-BB40-730D5A83D52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3592394"/>
              </p:ext>
            </p:extLst>
          </p:nvPr>
        </p:nvGraphicFramePr>
        <p:xfrm>
          <a:off x="12373584" y="0"/>
          <a:ext cx="228918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2591791161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0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9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41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2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5640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Black Patter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Freeform: Shape 4">
            <a:extLst>
              <a:ext uri="{FF2B5EF4-FFF2-40B4-BE49-F238E27FC236}">
                <a16:creationId xmlns:a16="http://schemas.microsoft.com/office/drawing/2014/main" id="{8DF2233F-6D34-9FE4-FE8D-E81D4E769941}"/>
              </a:ext>
            </a:extLst>
          </p:cNvPr>
          <p:cNvSpPr/>
          <p:nvPr userDrawn="1"/>
        </p:nvSpPr>
        <p:spPr>
          <a:xfrm>
            <a:off x="1346425" y="0"/>
            <a:ext cx="8939754" cy="6761018"/>
          </a:xfrm>
          <a:custGeom>
            <a:avLst/>
            <a:gdLst>
              <a:gd name="connsiteX0" fmla="*/ 1503815 w 8939754"/>
              <a:gd name="connsiteY0" fmla="*/ 0 h 6766560"/>
              <a:gd name="connsiteX1" fmla="*/ 7435940 w 8939754"/>
              <a:gd name="connsiteY1" fmla="*/ 0 h 6766560"/>
              <a:gd name="connsiteX2" fmla="*/ 7630557 w 8939754"/>
              <a:gd name="connsiteY2" fmla="*/ 176881 h 6766560"/>
              <a:gd name="connsiteX3" fmla="*/ 8939754 w 8939754"/>
              <a:gd name="connsiteY3" fmla="*/ 3337560 h 6766560"/>
              <a:gd name="connsiteX4" fmla="*/ 7475321 w 8939754"/>
              <a:gd name="connsiteY4" fmla="*/ 6646243 h 6766560"/>
              <a:gd name="connsiteX5" fmla="*/ 7336423 w 8939754"/>
              <a:gd name="connsiteY5" fmla="*/ 6766560 h 6766560"/>
              <a:gd name="connsiteX6" fmla="*/ 1603331 w 8939754"/>
              <a:gd name="connsiteY6" fmla="*/ 6766560 h 6766560"/>
              <a:gd name="connsiteX7" fmla="*/ 1464433 w 8939754"/>
              <a:gd name="connsiteY7" fmla="*/ 6646243 h 6766560"/>
              <a:gd name="connsiteX8" fmla="*/ 0 w 8939754"/>
              <a:gd name="connsiteY8" fmla="*/ 3337560 h 6766560"/>
              <a:gd name="connsiteX9" fmla="*/ 1309197 w 8939754"/>
              <a:gd name="connsiteY9" fmla="*/ 176881 h 6766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39754" h="6766560">
                <a:moveTo>
                  <a:pt x="1503815" y="0"/>
                </a:moveTo>
                <a:lnTo>
                  <a:pt x="7435940" y="0"/>
                </a:lnTo>
                <a:lnTo>
                  <a:pt x="7630557" y="176881"/>
                </a:lnTo>
                <a:cubicBezTo>
                  <a:pt x="8439446" y="985769"/>
                  <a:pt x="8939754" y="2103238"/>
                  <a:pt x="8939754" y="3337560"/>
                </a:cubicBezTo>
                <a:cubicBezTo>
                  <a:pt x="8939754" y="4649027"/>
                  <a:pt x="8374953" y="5828578"/>
                  <a:pt x="7475321" y="6646243"/>
                </a:cubicBezTo>
                <a:lnTo>
                  <a:pt x="7336423" y="6766560"/>
                </a:lnTo>
                <a:lnTo>
                  <a:pt x="1603331" y="6766560"/>
                </a:lnTo>
                <a:lnTo>
                  <a:pt x="1464433" y="6646243"/>
                </a:lnTo>
                <a:cubicBezTo>
                  <a:pt x="564801" y="5828578"/>
                  <a:pt x="0" y="4649027"/>
                  <a:pt x="0" y="3337560"/>
                </a:cubicBezTo>
                <a:cubicBezTo>
                  <a:pt x="0" y="2103238"/>
                  <a:pt x="500308" y="985769"/>
                  <a:pt x="1309197" y="176881"/>
                </a:cubicBezTo>
                <a:close/>
              </a:path>
            </a:pathLst>
          </a:custGeom>
          <a:solidFill>
            <a:srgbClr val="1D1D1D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2" name="Freeform: Shape 7">
            <a:extLst>
              <a:ext uri="{FF2B5EF4-FFF2-40B4-BE49-F238E27FC236}">
                <a16:creationId xmlns:a16="http://schemas.microsoft.com/office/drawing/2014/main" id="{07D2F523-49D1-8C89-9CF7-95CBF4F2909A}"/>
              </a:ext>
            </a:extLst>
          </p:cNvPr>
          <p:cNvSpPr/>
          <p:nvPr userDrawn="1"/>
        </p:nvSpPr>
        <p:spPr>
          <a:xfrm>
            <a:off x="1" y="0"/>
            <a:ext cx="6929793" cy="6761018"/>
          </a:xfrm>
          <a:custGeom>
            <a:avLst/>
            <a:gdLst>
              <a:gd name="connsiteX0" fmla="*/ 0 w 6929793"/>
              <a:gd name="connsiteY0" fmla="*/ 0 h 6761018"/>
              <a:gd name="connsiteX1" fmla="*/ 5425979 w 6929793"/>
              <a:gd name="connsiteY1" fmla="*/ 0 h 6761018"/>
              <a:gd name="connsiteX2" fmla="*/ 5620596 w 6929793"/>
              <a:gd name="connsiteY2" fmla="*/ 176736 h 6761018"/>
              <a:gd name="connsiteX3" fmla="*/ 6929793 w 6929793"/>
              <a:gd name="connsiteY3" fmla="*/ 3334827 h 6761018"/>
              <a:gd name="connsiteX4" fmla="*/ 5465360 w 6929793"/>
              <a:gd name="connsiteY4" fmla="*/ 6640800 h 6761018"/>
              <a:gd name="connsiteX5" fmla="*/ 5326462 w 6929793"/>
              <a:gd name="connsiteY5" fmla="*/ 6761018 h 6761018"/>
              <a:gd name="connsiteX6" fmla="*/ 0 w 6929793"/>
              <a:gd name="connsiteY6" fmla="*/ 6761018 h 6761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29793" h="6761018">
                <a:moveTo>
                  <a:pt x="0" y="0"/>
                </a:moveTo>
                <a:lnTo>
                  <a:pt x="5425979" y="0"/>
                </a:lnTo>
                <a:lnTo>
                  <a:pt x="5620596" y="176736"/>
                </a:lnTo>
                <a:cubicBezTo>
                  <a:pt x="6429485" y="984962"/>
                  <a:pt x="6929793" y="2101516"/>
                  <a:pt x="6929793" y="3334827"/>
                </a:cubicBezTo>
                <a:cubicBezTo>
                  <a:pt x="6929793" y="4645220"/>
                  <a:pt x="6364992" y="5823804"/>
                  <a:pt x="5465360" y="6640800"/>
                </a:cubicBezTo>
                <a:lnTo>
                  <a:pt x="5326462" y="6761018"/>
                </a:lnTo>
                <a:lnTo>
                  <a:pt x="0" y="676101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" name="updated logo" descr="Logo&#10;&#10;Description automatically generated">
            <a:extLst>
              <a:ext uri="{FF2B5EF4-FFF2-40B4-BE49-F238E27FC236}">
                <a16:creationId xmlns:a16="http://schemas.microsoft.com/office/drawing/2014/main" id="{772B347F-F7C5-F39C-2D59-19BAFA0C7B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899" y="471509"/>
            <a:ext cx="603504" cy="603504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898D6D05-97DF-4C74-8943-E0633B92DAB3}"/>
              </a:ext>
            </a:extLst>
          </p:cNvPr>
          <p:cNvSpPr>
            <a:spLocks noGrp="1"/>
          </p:cNvSpPr>
          <p:nvPr userDrawn="1">
            <p:ph type="ctrTitle"/>
          </p:nvPr>
        </p:nvSpPr>
        <p:spPr bwMode="black">
          <a:xfrm>
            <a:off x="457200" y="1143000"/>
            <a:ext cx="7970363" cy="2446038"/>
          </a:xfrm>
          <a:prstGeom prst="rect">
            <a:avLst/>
          </a:prstGeom>
        </p:spPr>
        <p:txBody>
          <a:bodyPr anchor="b"/>
          <a:lstStyle>
            <a:lvl1pPr algn="l">
              <a:defRPr sz="4800" spc="-13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2F48ABA-D537-0BEA-5127-7333B84D85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933825"/>
            <a:ext cx="7970362" cy="178117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2pPr>
            <a:lvl3pPr marL="457200" indent="-457200">
              <a:buFontTx/>
              <a:buNone/>
              <a:defRPr sz="1600">
                <a:solidFill>
                  <a:schemeClr val="bg1"/>
                </a:solidFill>
              </a:defRPr>
            </a:lvl3pPr>
            <a:lvl4pPr marL="685800" indent="-685800">
              <a:buFontTx/>
              <a:buNone/>
              <a:defRPr sz="1600"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FC6EA5E-5A1D-6E2E-9AB2-DDA91FB8D0E1}"/>
              </a:ext>
            </a:extLst>
          </p:cNvPr>
          <p:cNvGrpSpPr/>
          <p:nvPr userDrawn="1"/>
        </p:nvGrpSpPr>
        <p:grpSpPr>
          <a:xfrm>
            <a:off x="0" y="6763512"/>
            <a:ext cx="12192000" cy="94488"/>
            <a:chOff x="4107" y="7202786"/>
            <a:chExt cx="12187893" cy="3175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A6D9B0-74C4-6AD3-2F5A-0D9A0A25A146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E81B0D8-AD94-7E25-17BB-5B5C122CE52E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890C3A5-D415-4633-EC42-2247D7FF2FCC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DE73C02-BD07-F8E3-9469-B833BB857418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87B3E5D-C809-7302-B35D-063597CCC738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CA3DA71-02DD-EF4D-3E35-27831E3B284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64035155"/>
              </p:ext>
            </p:extLst>
          </p:nvPr>
        </p:nvGraphicFramePr>
        <p:xfrm>
          <a:off x="12784086" y="0"/>
          <a:ext cx="982552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5638">
                  <a:extLst>
                    <a:ext uri="{9D8B030D-6E8A-4147-A177-3AD203B41FA5}">
                      <a16:colId xmlns:a16="http://schemas.microsoft.com/office/drawing/2014/main" val="2612666631"/>
                    </a:ext>
                  </a:extLst>
                </a:gridCol>
                <a:gridCol w="245638">
                  <a:extLst>
                    <a:ext uri="{9D8B030D-6E8A-4147-A177-3AD203B41FA5}">
                      <a16:colId xmlns:a16="http://schemas.microsoft.com/office/drawing/2014/main" val="632087406"/>
                    </a:ext>
                  </a:extLst>
                </a:gridCol>
                <a:gridCol w="244750">
                  <a:extLst>
                    <a:ext uri="{9D8B030D-6E8A-4147-A177-3AD203B41FA5}">
                      <a16:colId xmlns:a16="http://schemas.microsoft.com/office/drawing/2014/main" val="3768442156"/>
                    </a:ext>
                  </a:extLst>
                </a:gridCol>
                <a:gridCol w="246526">
                  <a:extLst>
                    <a:ext uri="{9D8B030D-6E8A-4147-A177-3AD203B41FA5}">
                      <a16:colId xmlns:a16="http://schemas.microsoft.com/office/drawing/2014/main" val="2575882035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B2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6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002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00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4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D6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57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A4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E0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C08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712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B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D7E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AF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C8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D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C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8D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3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20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AB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59C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22CB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17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E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7DB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1D6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61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92DA2FF-FE16-C55C-A83F-63431B37C4E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3592394"/>
              </p:ext>
            </p:extLst>
          </p:nvPr>
        </p:nvGraphicFramePr>
        <p:xfrm>
          <a:off x="12373584" y="0"/>
          <a:ext cx="228918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2591791161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0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9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41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2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0822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D1B9E611-EBCB-4798-8F9E-3B0DB65C3D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7749CBE-6746-CC4E-EA9D-1CC8402E340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199" y="1967112"/>
            <a:ext cx="11274425" cy="4319388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81805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79606EA-FADA-4FE6-87E6-E09757D0B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2"/>
            <a:ext cx="5463540" cy="43257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0CA3985-E3DD-4612-804A-CEB02709C77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8212" y="1967112"/>
            <a:ext cx="5463540" cy="43257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A26347B-2021-4942-92C1-51B7B994D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854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A025CA9-E115-4D52-8789-5A3534668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1478" y="1967113"/>
            <a:ext cx="7390273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53492ED-1851-4AF7-BFB3-E3A888CEEF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3538497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113D465-78B8-4352-8A52-982DE49E0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630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F0F5A16-0072-4CEB-B2D7-4ACEE38C20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98864" y="1967113"/>
            <a:ext cx="3519032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54B4451-4579-4EF1-B801-2FD806904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967113"/>
            <a:ext cx="7395883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9A3BCCF9-FD2E-4741-9A94-8ED367E82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262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1CC9BBA-547D-4E18-BCA7-FDB5D1F6403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199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5C31D28-D6BF-43CC-A204-E65B83F1FE2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334091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EA8A136-B3F1-4CD4-96F0-FC2034A3A402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98863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32F2873F-33B6-4CA9-93C0-00806D71AF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296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4FECF13-45A3-4E5E-9C50-1FB1D52E748C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567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F27CFD2-9839-4A48-8EC3-59FE0833DF69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89212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333903E-DD09-4D1B-A705-0126772D0C20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2274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7A4E12-8941-4699-8891-EE211FDC74A2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5628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E34D3C8B-5D25-412C-B2B6-1C230F6ECB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65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C6A006-79D6-4FC0-8944-ED8D33182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8B40CF54-3FB2-43C4-8ED2-061175C03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48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26900AD-628D-4F3E-9698-1B0469E3E0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882314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AA397C8B-D09B-41B4-A86B-A6CE5A869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73F4F-197F-7E57-AA50-C56A9C6D183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199" y="1967112"/>
            <a:ext cx="11274425" cy="4319388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64318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47D26ED-DCAC-784D-8FBF-7B4971D8A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2"/>
            <a:ext cx="5463540" cy="43257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F362B3D-2ED9-9544-AB97-326723A5E00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8212" y="1967112"/>
            <a:ext cx="5463540" cy="43257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074E31-D111-4E4A-BFED-12CF43E6D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F8FD40ED-5AB8-4DC4-8FC4-4B5A986D34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F814473A-6945-1F80-88EC-84794C8A7F4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882314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50013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7A2ABEF-208D-4586-9E4F-EE7470886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3"/>
            <a:ext cx="3538497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12643E8C-C561-4D13-B00A-51A91E0A440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41479" y="1967113"/>
            <a:ext cx="7390272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074E31-D111-4E4A-BFED-12CF43E6D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96D6A4C0-6EC8-4405-ADE8-043BEC650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BAA0D340-A28F-8B87-A512-1F4E5343A1C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882314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72586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1EEACE-D06E-49E0-A987-8E14B93C2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43447AD-9B2C-4F8B-8840-33CC5A99A88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7395882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F568C8B-28E5-4A13-87CC-8002898E4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8864" y="1967113"/>
            <a:ext cx="3519033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C563DA4D-3F63-4B6C-B996-0708DC1DB4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A9799B9-7F19-E715-5ED6-FE12994E18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882314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1649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FFE35A8-3B2A-4D50-B389-3EFEF7C33AE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199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E448C72-99CE-44E5-9192-1C07E845DB90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334091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70C859-C19B-4489-A1B2-207EA480F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40B6C54-3A77-4D1F-9FE2-40B10EEB6CEA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98863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FD6F40AF-208C-439C-A929-97812791AA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B067D8E-75E9-D132-71FD-084C3B2B28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882314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64045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5A8119-8A9D-4E8D-9FBE-CEFF19695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EE73A41-482C-463A-8FE1-6CE47D59D0E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567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C11CA0D-977D-49E5-9086-5ABC6F80618D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89212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A8BF6AFA-475F-4876-BEA9-2BDA015EF2DD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2274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FB7FBF6-36AE-49CD-B5DB-672873569C89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5628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58A3B94D-2155-4BEB-A474-C5E26315E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EA87010-E13C-A918-52E1-F1859B1DEF2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882314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37315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1EEACE-D06E-49E0-A987-8E14B93C2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1CE9E29-EC43-47AD-89B5-9689BD910B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60E9BB3-1B4C-DF6F-1DDE-2830513939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882314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20756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79538170-21B6-4714-A9AD-5E119CA077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8813C-E2AB-9D50-55C5-F8B396864FB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967113"/>
            <a:ext cx="11274424" cy="43193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468463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4558AAC-739A-4D30-9B92-0A9FE3CDA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2"/>
            <a:ext cx="5463540" cy="431938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9B787B0-48E4-433B-85C7-85541BFCFB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8212" y="1967112"/>
            <a:ext cx="5463540" cy="431938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DFD7C076-3F14-48C3-8F05-9CC51B385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2765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CC545FD2-7A6E-4515-AF06-2BB0F6C9A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3"/>
            <a:ext cx="3538497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0E33CA35-C6F0-4917-B7E6-A30CED91757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41479" y="1967113"/>
            <a:ext cx="7390273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21E9AEFA-CC51-4CE4-AF06-4E0BDE1E97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7848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2EF85F38-9197-4646-B35C-FB5BF271A7A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7395882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C7A3651-D256-41A5-AAFF-DB7CE7BFD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8864" y="1967113"/>
            <a:ext cx="3519033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748F3F40-E9B0-4B1B-9E2E-81BF2177B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4293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C93C290-E978-440A-8017-3A133672AE2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32ECA63C-E4C9-4727-B43F-4A7ABC84D72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334090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7E333B3F-3E99-48D9-B017-755F0DAF0B4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98863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09D7F567-DEE9-4052-9068-ACC47817C2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4828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E9CF6EB7-3F22-4CAA-9506-5B9D47D1ECFD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720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94D2C927-853F-40F7-BEA8-EB87EBD405C4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89212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4C8CB9D-0E1B-4F5D-B9E7-3C1F8049818A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2274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214F2138-4345-4175-BA09-5927B84F558D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5628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456493A9-E23C-409C-A174-414FC86274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6338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1C314CCC-913F-4DA2-91CF-D7C89A96E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09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4133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F75BD6-4444-4897-A7D2-43BB9BBF2C4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31800"/>
            <a:ext cx="5937250" cy="198438"/>
          </a:xfrm>
        </p:spPr>
        <p:txBody>
          <a:bodyPr>
            <a:noAutofit/>
          </a:bodyPr>
          <a:lstStyle>
            <a:lvl1pPr marL="0" indent="0">
              <a:buNone/>
              <a:defRPr lang="en-US" sz="1100" b="1" kern="1200" cap="all" spc="200" baseline="0" dirty="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</a:pPr>
            <a:r>
              <a:rPr lang="en-US"/>
              <a:t>CLICK TO ADD EYEBROW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A4DCBC1-8EA3-4E87-837A-83F17AC845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C1DC05-006E-F738-0EB7-C5B89C35E3D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1967113"/>
            <a:ext cx="11274425" cy="43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7751263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B2A4FB-D20C-E24D-1F1A-3662166BAE3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7200" y="1967110"/>
            <a:ext cx="5463540" cy="43193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037FE79-DBDE-5F53-2F29-E0206E2B211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268212" y="1967111"/>
            <a:ext cx="5463540" cy="43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0E0E0026-750C-4749-8A4B-F50BDFEB1D8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82695469-62BA-4F8A-9BAF-A9C4A0869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69A1F3D5-FC6A-7451-8E07-C77499E8D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4133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28085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DF1117-59D9-A64E-88A8-03E6E5A4BE6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7200" y="1967113"/>
            <a:ext cx="3538497" cy="43193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B49516B-F45D-9D14-C233-CD4CBC97DB0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41477" y="1967113"/>
            <a:ext cx="7390273" cy="43193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B26C481B-8F05-454E-B9A0-E5483867A6C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 dirty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2A3D27C5-73FD-45B9-8B63-64387D57F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D13007F4-2A33-C302-8448-C2D06F12A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4133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170845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8BB00-1CA4-78E2-2579-EB8D4E880AE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7200" y="1967113"/>
            <a:ext cx="7395881" cy="43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AD86D8F-1B52-2C03-D701-7D22429A249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98863" y="1967113"/>
            <a:ext cx="3519034" cy="43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862AB041-0459-420C-AFE3-C7423F7F461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44CBCC9F-B157-48A2-8BCD-F4134ED0D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9B88FDF8-D4DF-BACA-9559-9BF4F251A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4133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61104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0FB5A-DE6D-A88A-FE9B-0EC06DDF8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967113"/>
            <a:ext cx="3523817" cy="4313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CC7378-96F3-0BE2-A9E9-820F178A5D1F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34091" y="1967113"/>
            <a:ext cx="3523816" cy="4313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1E5068E-D382-F80C-7B98-62E993F7415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198863" y="1967113"/>
            <a:ext cx="3524250" cy="4313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DCBE6651-8BD1-4E33-8D74-09677F47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2F760F50-2662-608E-F6AC-A961A45EF20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D61BA132-52F2-3D3A-69FA-1A962510B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4133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9544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5A5FF981-4ABF-4AA7-BA8F-4DC0D529115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720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868D8A6A-0A57-4651-9366-A02DB21541BF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89212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FBF88B71-0BB2-4601-B2CE-F4F9B29D02DE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2274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3CC96474-5772-40F1-BF7B-AB01EC8D4AB9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5628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675F5264-3B10-4E1A-8EAD-38FFE8ACFF6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6CAFEAFB-1353-42C0-9A13-C38F635AC6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FBC7ECDE-F82D-43EA-FF13-85CD40C93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4133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722055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F75BD6-4444-4897-A7D2-43BB9BBF2C4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9D3F7C6D-D349-458D-A76F-C40DAFB994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24449AA2-8B3F-208E-273C-D8B8744AA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4133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24226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Layout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4E9F55C-9C90-33C8-AEDA-AFE4FE43C124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94C697E-C7CC-D9C3-9BA8-9A03C74A16B7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40084E2-9684-D2B0-43F0-6F2FD63C9334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67EF088-DD40-83B0-B04E-51573E8D468F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ECA8188-7D41-935B-E662-36FDAEC0EBF1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80A4FB6-0673-A03E-8804-DC53EB15D22B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341147C-1986-310B-672A-9491DF9DC992}"/>
              </a:ext>
            </a:extLst>
          </p:cNvPr>
          <p:cNvSpPr txBox="1"/>
          <p:nvPr userDrawn="1"/>
        </p:nvSpPr>
        <p:spPr>
          <a:xfrm>
            <a:off x="681166" y="6501327"/>
            <a:ext cx="72982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2026 F5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ACAA3A-F54B-0503-868A-0DF43AFCDF8D}"/>
              </a:ext>
            </a:extLst>
          </p:cNvPr>
          <p:cNvSpPr txBox="1"/>
          <p:nvPr userDrawn="1"/>
        </p:nvSpPr>
        <p:spPr>
          <a:xfrm>
            <a:off x="6803" y="6501327"/>
            <a:ext cx="567250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4" name="updated logo" descr="Logo&#10;&#10;Description automatically generated">
            <a:extLst>
              <a:ext uri="{FF2B5EF4-FFF2-40B4-BE49-F238E27FC236}">
                <a16:creationId xmlns:a16="http://schemas.microsoft.com/office/drawing/2014/main" id="{66930144-BADE-473F-643C-AB723FE9CA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3A9024EB-F417-4F54-4CC1-8FB3ED548A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0235A1A-1DF6-1B78-9F99-C5298509F67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64035155"/>
              </p:ext>
            </p:extLst>
          </p:nvPr>
        </p:nvGraphicFramePr>
        <p:xfrm>
          <a:off x="12784086" y="0"/>
          <a:ext cx="982552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5638">
                  <a:extLst>
                    <a:ext uri="{9D8B030D-6E8A-4147-A177-3AD203B41FA5}">
                      <a16:colId xmlns:a16="http://schemas.microsoft.com/office/drawing/2014/main" val="2612666631"/>
                    </a:ext>
                  </a:extLst>
                </a:gridCol>
                <a:gridCol w="245638">
                  <a:extLst>
                    <a:ext uri="{9D8B030D-6E8A-4147-A177-3AD203B41FA5}">
                      <a16:colId xmlns:a16="http://schemas.microsoft.com/office/drawing/2014/main" val="632087406"/>
                    </a:ext>
                  </a:extLst>
                </a:gridCol>
                <a:gridCol w="244750">
                  <a:extLst>
                    <a:ext uri="{9D8B030D-6E8A-4147-A177-3AD203B41FA5}">
                      <a16:colId xmlns:a16="http://schemas.microsoft.com/office/drawing/2014/main" val="3768442156"/>
                    </a:ext>
                  </a:extLst>
                </a:gridCol>
                <a:gridCol w="246526">
                  <a:extLst>
                    <a:ext uri="{9D8B030D-6E8A-4147-A177-3AD203B41FA5}">
                      <a16:colId xmlns:a16="http://schemas.microsoft.com/office/drawing/2014/main" val="2575882035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B2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6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002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00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4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D6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57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A4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E0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C08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712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B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D7E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AF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C8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D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C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8D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3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20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AB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59C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22CB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17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E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7DB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1D6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61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B6C0999-449B-7EC6-0DA3-AA38988AA83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3592394"/>
              </p:ext>
            </p:extLst>
          </p:nvPr>
        </p:nvGraphicFramePr>
        <p:xfrm>
          <a:off x="12373584" y="0"/>
          <a:ext cx="228918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2591791161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0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9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41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2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65186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6AAA353B-4225-4925-A76E-613DABA5B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890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ack: Patter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666487-4E88-236C-F36C-EB0ACE0FAFBE}"/>
              </a:ext>
            </a:extLst>
          </p:cNvPr>
          <p:cNvSpPr/>
          <p:nvPr userDrawn="1"/>
        </p:nvSpPr>
        <p:spPr>
          <a:xfrm>
            <a:off x="1346425" y="96982"/>
            <a:ext cx="8939754" cy="6761018"/>
          </a:xfrm>
          <a:custGeom>
            <a:avLst/>
            <a:gdLst>
              <a:gd name="connsiteX0" fmla="*/ 1503815 w 8939754"/>
              <a:gd name="connsiteY0" fmla="*/ 0 h 6766560"/>
              <a:gd name="connsiteX1" fmla="*/ 7435940 w 8939754"/>
              <a:gd name="connsiteY1" fmla="*/ 0 h 6766560"/>
              <a:gd name="connsiteX2" fmla="*/ 7630557 w 8939754"/>
              <a:gd name="connsiteY2" fmla="*/ 176881 h 6766560"/>
              <a:gd name="connsiteX3" fmla="*/ 8939754 w 8939754"/>
              <a:gd name="connsiteY3" fmla="*/ 3337560 h 6766560"/>
              <a:gd name="connsiteX4" fmla="*/ 7475321 w 8939754"/>
              <a:gd name="connsiteY4" fmla="*/ 6646243 h 6766560"/>
              <a:gd name="connsiteX5" fmla="*/ 7336423 w 8939754"/>
              <a:gd name="connsiteY5" fmla="*/ 6766560 h 6766560"/>
              <a:gd name="connsiteX6" fmla="*/ 1603331 w 8939754"/>
              <a:gd name="connsiteY6" fmla="*/ 6766560 h 6766560"/>
              <a:gd name="connsiteX7" fmla="*/ 1464433 w 8939754"/>
              <a:gd name="connsiteY7" fmla="*/ 6646243 h 6766560"/>
              <a:gd name="connsiteX8" fmla="*/ 0 w 8939754"/>
              <a:gd name="connsiteY8" fmla="*/ 3337560 h 6766560"/>
              <a:gd name="connsiteX9" fmla="*/ 1309197 w 8939754"/>
              <a:gd name="connsiteY9" fmla="*/ 176881 h 6766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39754" h="6766560">
                <a:moveTo>
                  <a:pt x="1503815" y="0"/>
                </a:moveTo>
                <a:lnTo>
                  <a:pt x="7435940" y="0"/>
                </a:lnTo>
                <a:lnTo>
                  <a:pt x="7630557" y="176881"/>
                </a:lnTo>
                <a:cubicBezTo>
                  <a:pt x="8439446" y="985769"/>
                  <a:pt x="8939754" y="2103238"/>
                  <a:pt x="8939754" y="3337560"/>
                </a:cubicBezTo>
                <a:cubicBezTo>
                  <a:pt x="8939754" y="4649027"/>
                  <a:pt x="8374953" y="5828578"/>
                  <a:pt x="7475321" y="6646243"/>
                </a:cubicBezTo>
                <a:lnTo>
                  <a:pt x="7336423" y="6766560"/>
                </a:lnTo>
                <a:lnTo>
                  <a:pt x="1603331" y="6766560"/>
                </a:lnTo>
                <a:lnTo>
                  <a:pt x="1464433" y="6646243"/>
                </a:lnTo>
                <a:cubicBezTo>
                  <a:pt x="564801" y="5828578"/>
                  <a:pt x="0" y="4649027"/>
                  <a:pt x="0" y="3337560"/>
                </a:cubicBezTo>
                <a:cubicBezTo>
                  <a:pt x="0" y="2103238"/>
                  <a:pt x="500308" y="985769"/>
                  <a:pt x="1309197" y="176881"/>
                </a:cubicBezTo>
                <a:close/>
              </a:path>
            </a:pathLst>
          </a:custGeom>
          <a:solidFill>
            <a:srgbClr val="1D1D1D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C246434-E95A-E62F-C048-B52CD08D73C3}"/>
              </a:ext>
            </a:extLst>
          </p:cNvPr>
          <p:cNvSpPr/>
          <p:nvPr userDrawn="1"/>
        </p:nvSpPr>
        <p:spPr>
          <a:xfrm>
            <a:off x="1" y="96982"/>
            <a:ext cx="6929793" cy="6761018"/>
          </a:xfrm>
          <a:custGeom>
            <a:avLst/>
            <a:gdLst>
              <a:gd name="connsiteX0" fmla="*/ 0 w 6929793"/>
              <a:gd name="connsiteY0" fmla="*/ 0 h 6761018"/>
              <a:gd name="connsiteX1" fmla="*/ 5425979 w 6929793"/>
              <a:gd name="connsiteY1" fmla="*/ 0 h 6761018"/>
              <a:gd name="connsiteX2" fmla="*/ 5620596 w 6929793"/>
              <a:gd name="connsiteY2" fmla="*/ 176736 h 6761018"/>
              <a:gd name="connsiteX3" fmla="*/ 6929793 w 6929793"/>
              <a:gd name="connsiteY3" fmla="*/ 3334827 h 6761018"/>
              <a:gd name="connsiteX4" fmla="*/ 5465360 w 6929793"/>
              <a:gd name="connsiteY4" fmla="*/ 6640800 h 6761018"/>
              <a:gd name="connsiteX5" fmla="*/ 5326462 w 6929793"/>
              <a:gd name="connsiteY5" fmla="*/ 6761018 h 6761018"/>
              <a:gd name="connsiteX6" fmla="*/ 0 w 6929793"/>
              <a:gd name="connsiteY6" fmla="*/ 6761018 h 6761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29793" h="6761018">
                <a:moveTo>
                  <a:pt x="0" y="0"/>
                </a:moveTo>
                <a:lnTo>
                  <a:pt x="5425979" y="0"/>
                </a:lnTo>
                <a:lnTo>
                  <a:pt x="5620596" y="176736"/>
                </a:lnTo>
                <a:cubicBezTo>
                  <a:pt x="6429485" y="984962"/>
                  <a:pt x="6929793" y="2101516"/>
                  <a:pt x="6929793" y="3334827"/>
                </a:cubicBezTo>
                <a:cubicBezTo>
                  <a:pt x="6929793" y="4645220"/>
                  <a:pt x="6364992" y="5823804"/>
                  <a:pt x="5465360" y="6640800"/>
                </a:cubicBezTo>
                <a:lnTo>
                  <a:pt x="5326462" y="6761018"/>
                </a:lnTo>
                <a:lnTo>
                  <a:pt x="0" y="676101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C706BC-2671-42BA-B78B-426C50D7C0D7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black">
          <a:xfrm>
            <a:off x="495952" y="1162051"/>
            <a:ext cx="7415242" cy="2561626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rgbClr val="FEFEF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A2EF32F-0F8C-0AC1-F581-52C79F9B1A4B}"/>
              </a:ext>
            </a:extLst>
          </p:cNvPr>
          <p:cNvSpPr>
            <a:spLocks noGrp="1"/>
          </p:cNvSpPr>
          <p:nvPr>
            <p:ph type="body" idx="1"/>
          </p:nvPr>
        </p:nvSpPr>
        <p:spPr bwMode="black">
          <a:xfrm>
            <a:off x="495952" y="3762096"/>
            <a:ext cx="7453993" cy="25616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spc="0" baseline="0">
                <a:solidFill>
                  <a:srgbClr val="FEFEF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95A00DB-5E8A-250D-1769-E139D0E20FAC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4D0E535-8F3D-C219-6726-51F7E5488390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5589C72-73F6-FAE9-4376-5BD96D2C0474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75DBF3D-B2F3-EBF9-F6F5-F4B088A9308C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53ECCBB-6A2B-01EE-45E6-59EE0E97F641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296BCA2-46AC-0C36-4F02-7E7C5EB280BA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BC5543D-8433-1B78-0468-CB63D4399ECF}"/>
              </a:ext>
            </a:extLst>
          </p:cNvPr>
          <p:cNvSpPr txBox="1"/>
          <p:nvPr userDrawn="1"/>
        </p:nvSpPr>
        <p:spPr>
          <a:xfrm>
            <a:off x="681166" y="6501327"/>
            <a:ext cx="72982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2026 F5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435DDF-7FD5-F753-AE33-64B544311B7B}"/>
              </a:ext>
            </a:extLst>
          </p:cNvPr>
          <p:cNvSpPr txBox="1"/>
          <p:nvPr userDrawn="1"/>
        </p:nvSpPr>
        <p:spPr>
          <a:xfrm>
            <a:off x="6803" y="6501327"/>
            <a:ext cx="567250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5" name="updated logo" descr="Logo&#10;&#10;Description automatically generated">
            <a:extLst>
              <a:ext uri="{FF2B5EF4-FFF2-40B4-BE49-F238E27FC236}">
                <a16:creationId xmlns:a16="http://schemas.microsoft.com/office/drawing/2014/main" id="{A7455850-7848-B00F-C545-088C404EA3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7B0766A4-FA80-C9A2-DC88-BA1CA1BF9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194B85F-A196-5679-9B4B-3160A19D25C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64035155"/>
              </p:ext>
            </p:extLst>
          </p:nvPr>
        </p:nvGraphicFramePr>
        <p:xfrm>
          <a:off x="12784086" y="0"/>
          <a:ext cx="982552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5638">
                  <a:extLst>
                    <a:ext uri="{9D8B030D-6E8A-4147-A177-3AD203B41FA5}">
                      <a16:colId xmlns:a16="http://schemas.microsoft.com/office/drawing/2014/main" val="2612666631"/>
                    </a:ext>
                  </a:extLst>
                </a:gridCol>
                <a:gridCol w="245638">
                  <a:extLst>
                    <a:ext uri="{9D8B030D-6E8A-4147-A177-3AD203B41FA5}">
                      <a16:colId xmlns:a16="http://schemas.microsoft.com/office/drawing/2014/main" val="632087406"/>
                    </a:ext>
                  </a:extLst>
                </a:gridCol>
                <a:gridCol w="244750">
                  <a:extLst>
                    <a:ext uri="{9D8B030D-6E8A-4147-A177-3AD203B41FA5}">
                      <a16:colId xmlns:a16="http://schemas.microsoft.com/office/drawing/2014/main" val="3768442156"/>
                    </a:ext>
                  </a:extLst>
                </a:gridCol>
                <a:gridCol w="246526">
                  <a:extLst>
                    <a:ext uri="{9D8B030D-6E8A-4147-A177-3AD203B41FA5}">
                      <a16:colId xmlns:a16="http://schemas.microsoft.com/office/drawing/2014/main" val="2575882035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B2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6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002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00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4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D6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57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A4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E0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C08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712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B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D7E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AF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C8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D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C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8D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3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20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AB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59C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22CB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17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E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7DB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1D6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61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59B6822-D0F5-6D79-41E3-43D22D9AEBC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3592394"/>
              </p:ext>
            </p:extLst>
          </p:nvPr>
        </p:nvGraphicFramePr>
        <p:xfrm>
          <a:off x="12373584" y="0"/>
          <a:ext cx="228918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2591791161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0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9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41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2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92770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ack: Solid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706BC-2671-42BA-B78B-426C50D7C0D7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black">
          <a:xfrm>
            <a:off x="495952" y="1162051"/>
            <a:ext cx="7415242" cy="2561626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rgbClr val="FEFEF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7E08A2D-0DB6-4F18-9655-DEE6026EA71B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 bwMode="black">
          <a:xfrm>
            <a:off x="495952" y="3762096"/>
            <a:ext cx="7453993" cy="25616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spc="0" baseline="0">
                <a:solidFill>
                  <a:srgbClr val="FEFEF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F86E961-39B3-E4D1-01E7-15ED8238C66D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D63A0EA-9012-44FF-CCA4-08E09A4EAED3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6C8180-62B4-EF7D-D5ED-C5BE0B69F7DB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BE0F3DF-5A1E-0141-C128-B03AD7BC4BE4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B5F93E7-A457-F94E-825E-14B14BDB3FB2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70CCDB0-39D6-3D94-0A5A-DB16AB2DA24E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2C0346C-5AD9-1525-EF22-6C539C1961FB}"/>
              </a:ext>
            </a:extLst>
          </p:cNvPr>
          <p:cNvSpPr txBox="1"/>
          <p:nvPr userDrawn="1"/>
        </p:nvSpPr>
        <p:spPr>
          <a:xfrm>
            <a:off x="681166" y="6501327"/>
            <a:ext cx="72982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2026 F5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932C56-9117-344E-1CF8-F78971028199}"/>
              </a:ext>
            </a:extLst>
          </p:cNvPr>
          <p:cNvSpPr txBox="1"/>
          <p:nvPr userDrawn="1"/>
        </p:nvSpPr>
        <p:spPr>
          <a:xfrm>
            <a:off x="6803" y="6501327"/>
            <a:ext cx="567250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5" name="updated logo" descr="Logo&#10;&#10;Description automatically generated">
            <a:extLst>
              <a:ext uri="{FF2B5EF4-FFF2-40B4-BE49-F238E27FC236}">
                <a16:creationId xmlns:a16="http://schemas.microsoft.com/office/drawing/2014/main" id="{5AE5A1E4-EA18-37FE-20F5-7EC9685D2A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100A5A47-5AA8-0236-0AAD-020DF9371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CE0C22E-5420-FB83-922A-D2D7BF13E83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64035155"/>
              </p:ext>
            </p:extLst>
          </p:nvPr>
        </p:nvGraphicFramePr>
        <p:xfrm>
          <a:off x="12784086" y="0"/>
          <a:ext cx="982552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5638">
                  <a:extLst>
                    <a:ext uri="{9D8B030D-6E8A-4147-A177-3AD203B41FA5}">
                      <a16:colId xmlns:a16="http://schemas.microsoft.com/office/drawing/2014/main" val="2612666631"/>
                    </a:ext>
                  </a:extLst>
                </a:gridCol>
                <a:gridCol w="245638">
                  <a:extLst>
                    <a:ext uri="{9D8B030D-6E8A-4147-A177-3AD203B41FA5}">
                      <a16:colId xmlns:a16="http://schemas.microsoft.com/office/drawing/2014/main" val="632087406"/>
                    </a:ext>
                  </a:extLst>
                </a:gridCol>
                <a:gridCol w="244750">
                  <a:extLst>
                    <a:ext uri="{9D8B030D-6E8A-4147-A177-3AD203B41FA5}">
                      <a16:colId xmlns:a16="http://schemas.microsoft.com/office/drawing/2014/main" val="3768442156"/>
                    </a:ext>
                  </a:extLst>
                </a:gridCol>
                <a:gridCol w="246526">
                  <a:extLst>
                    <a:ext uri="{9D8B030D-6E8A-4147-A177-3AD203B41FA5}">
                      <a16:colId xmlns:a16="http://schemas.microsoft.com/office/drawing/2014/main" val="2575882035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B2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6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002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00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4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D6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57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A4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E0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C08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712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B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D7E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AF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C8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D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C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8D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3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20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AB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59C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22CB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17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E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7DB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1D6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61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B5BC456-14F7-DFD7-DF88-535C0FB870C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3592394"/>
              </p:ext>
            </p:extLst>
          </p:nvPr>
        </p:nvGraphicFramePr>
        <p:xfrm>
          <a:off x="12373584" y="0"/>
          <a:ext cx="228918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2591791161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0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9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41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2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183786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hite: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706BC-2671-42BA-B78B-426C50D7C0D7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black">
          <a:xfrm>
            <a:off x="495952" y="1162051"/>
            <a:ext cx="7415242" cy="2561626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7E08A2D-0DB6-4F18-9655-DEE6026EA71B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 bwMode="black">
          <a:xfrm>
            <a:off x="495952" y="3762096"/>
            <a:ext cx="7453993" cy="25616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spc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5A32487A-978B-42EA-42D2-DD98020A52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33807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4AA43A5-A90B-3D9A-F983-00C60EDD704A}"/>
              </a:ext>
            </a:extLst>
          </p:cNvPr>
          <p:cNvSpPr/>
          <p:nvPr userDrawn="1"/>
        </p:nvSpPr>
        <p:spPr>
          <a:xfrm>
            <a:off x="1626123" y="96982"/>
            <a:ext cx="8939754" cy="6761018"/>
          </a:xfrm>
          <a:custGeom>
            <a:avLst/>
            <a:gdLst>
              <a:gd name="connsiteX0" fmla="*/ 1503815 w 8939754"/>
              <a:gd name="connsiteY0" fmla="*/ 0 h 6766560"/>
              <a:gd name="connsiteX1" fmla="*/ 7435940 w 8939754"/>
              <a:gd name="connsiteY1" fmla="*/ 0 h 6766560"/>
              <a:gd name="connsiteX2" fmla="*/ 7630557 w 8939754"/>
              <a:gd name="connsiteY2" fmla="*/ 176881 h 6766560"/>
              <a:gd name="connsiteX3" fmla="*/ 8939754 w 8939754"/>
              <a:gd name="connsiteY3" fmla="*/ 3337560 h 6766560"/>
              <a:gd name="connsiteX4" fmla="*/ 7475321 w 8939754"/>
              <a:gd name="connsiteY4" fmla="*/ 6646243 h 6766560"/>
              <a:gd name="connsiteX5" fmla="*/ 7336423 w 8939754"/>
              <a:gd name="connsiteY5" fmla="*/ 6766560 h 6766560"/>
              <a:gd name="connsiteX6" fmla="*/ 1603331 w 8939754"/>
              <a:gd name="connsiteY6" fmla="*/ 6766560 h 6766560"/>
              <a:gd name="connsiteX7" fmla="*/ 1464433 w 8939754"/>
              <a:gd name="connsiteY7" fmla="*/ 6646243 h 6766560"/>
              <a:gd name="connsiteX8" fmla="*/ 0 w 8939754"/>
              <a:gd name="connsiteY8" fmla="*/ 3337560 h 6766560"/>
              <a:gd name="connsiteX9" fmla="*/ 1309197 w 8939754"/>
              <a:gd name="connsiteY9" fmla="*/ 176881 h 6766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39754" h="6766560">
                <a:moveTo>
                  <a:pt x="1503815" y="0"/>
                </a:moveTo>
                <a:lnTo>
                  <a:pt x="7435940" y="0"/>
                </a:lnTo>
                <a:lnTo>
                  <a:pt x="7630557" y="176881"/>
                </a:lnTo>
                <a:cubicBezTo>
                  <a:pt x="8439446" y="985769"/>
                  <a:pt x="8939754" y="2103238"/>
                  <a:pt x="8939754" y="3337560"/>
                </a:cubicBezTo>
                <a:cubicBezTo>
                  <a:pt x="8939754" y="4649027"/>
                  <a:pt x="8374953" y="5828578"/>
                  <a:pt x="7475321" y="6646243"/>
                </a:cubicBezTo>
                <a:lnTo>
                  <a:pt x="7336423" y="6766560"/>
                </a:lnTo>
                <a:lnTo>
                  <a:pt x="1603331" y="6766560"/>
                </a:lnTo>
                <a:lnTo>
                  <a:pt x="1464433" y="6646243"/>
                </a:lnTo>
                <a:cubicBezTo>
                  <a:pt x="564801" y="5828578"/>
                  <a:pt x="0" y="4649027"/>
                  <a:pt x="0" y="3337560"/>
                </a:cubicBezTo>
                <a:cubicBezTo>
                  <a:pt x="0" y="2103238"/>
                  <a:pt x="500308" y="985769"/>
                  <a:pt x="1309197" y="17688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543B27-30F5-49F3-A344-80EEF4BE7A1D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57199" y="457200"/>
            <a:ext cx="11273866" cy="578815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4000" b="1" kern="100" spc="-100" baseline="0" dirty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0" indent="0" algn="ctr">
              <a:lnSpc>
                <a:spcPct val="85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US" sz="1800" b="1" kern="100" cap="none" spc="-2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3pPr>
            <a:lvl4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4pPr>
            <a:lvl5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5pPr>
            <a:lvl6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6pPr>
            <a:lvl7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7pPr>
            <a:lvl8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8pPr>
            <a:lvl9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70CB8AC-D539-DE97-0F65-2740FEE72374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CB1F454-A99C-98B3-243F-72F377EC4EFA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2328DF9-23BC-38C0-B2DE-E3FDC44823B1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196B620-E27E-C348-13D3-3477BED26CCA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BBB20E2-6801-DE73-67F2-73558F35CF74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A6985D3-1B19-6FD7-4785-30CB78417B26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54CD753-F7B3-12D6-7E6E-FD8273183A50}"/>
              </a:ext>
            </a:extLst>
          </p:cNvPr>
          <p:cNvSpPr txBox="1"/>
          <p:nvPr userDrawn="1"/>
        </p:nvSpPr>
        <p:spPr>
          <a:xfrm>
            <a:off x="681166" y="6501327"/>
            <a:ext cx="72982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2026 F5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A56786-6EA4-D57D-44B0-E61C1BBADC55}"/>
              </a:ext>
            </a:extLst>
          </p:cNvPr>
          <p:cNvSpPr txBox="1"/>
          <p:nvPr userDrawn="1"/>
        </p:nvSpPr>
        <p:spPr>
          <a:xfrm>
            <a:off x="6803" y="6501327"/>
            <a:ext cx="567250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5" name="updated logo" descr="Logo&#10;&#10;Description automatically generated">
            <a:extLst>
              <a:ext uri="{FF2B5EF4-FFF2-40B4-BE49-F238E27FC236}">
                <a16:creationId xmlns:a16="http://schemas.microsoft.com/office/drawing/2014/main" id="{42FF80E6-CD7B-8DDF-A9E7-745BC5B73E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6F8CE10D-0897-EBB7-3CB9-5C8F6C8A14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FC8A696-5457-4FC4-211D-2E911B79536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64035155"/>
              </p:ext>
            </p:extLst>
          </p:nvPr>
        </p:nvGraphicFramePr>
        <p:xfrm>
          <a:off x="12784086" y="0"/>
          <a:ext cx="982552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5638">
                  <a:extLst>
                    <a:ext uri="{9D8B030D-6E8A-4147-A177-3AD203B41FA5}">
                      <a16:colId xmlns:a16="http://schemas.microsoft.com/office/drawing/2014/main" val="2612666631"/>
                    </a:ext>
                  </a:extLst>
                </a:gridCol>
                <a:gridCol w="245638">
                  <a:extLst>
                    <a:ext uri="{9D8B030D-6E8A-4147-A177-3AD203B41FA5}">
                      <a16:colId xmlns:a16="http://schemas.microsoft.com/office/drawing/2014/main" val="632087406"/>
                    </a:ext>
                  </a:extLst>
                </a:gridCol>
                <a:gridCol w="244750">
                  <a:extLst>
                    <a:ext uri="{9D8B030D-6E8A-4147-A177-3AD203B41FA5}">
                      <a16:colId xmlns:a16="http://schemas.microsoft.com/office/drawing/2014/main" val="3768442156"/>
                    </a:ext>
                  </a:extLst>
                </a:gridCol>
                <a:gridCol w="246526">
                  <a:extLst>
                    <a:ext uri="{9D8B030D-6E8A-4147-A177-3AD203B41FA5}">
                      <a16:colId xmlns:a16="http://schemas.microsoft.com/office/drawing/2014/main" val="2575882035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B2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6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002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00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4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D6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57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A4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E0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C08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712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B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D7E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AF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C8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D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C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8D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3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20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AB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59C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22CB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17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E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7DB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1D6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61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B97109A-9395-6476-D443-3237EA4021E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3592394"/>
              </p:ext>
            </p:extLst>
          </p:nvPr>
        </p:nvGraphicFramePr>
        <p:xfrm>
          <a:off x="12373584" y="0"/>
          <a:ext cx="228918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2591791161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0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9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41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2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679948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ED9A867-C5AA-2B74-C729-7D33289C939C}"/>
              </a:ext>
            </a:extLst>
          </p:cNvPr>
          <p:cNvSpPr/>
          <p:nvPr userDrawn="1"/>
        </p:nvSpPr>
        <p:spPr>
          <a:xfrm>
            <a:off x="1626123" y="96982"/>
            <a:ext cx="8939754" cy="6761018"/>
          </a:xfrm>
          <a:custGeom>
            <a:avLst/>
            <a:gdLst>
              <a:gd name="connsiteX0" fmla="*/ 1503815 w 8939754"/>
              <a:gd name="connsiteY0" fmla="*/ 0 h 6766560"/>
              <a:gd name="connsiteX1" fmla="*/ 7435940 w 8939754"/>
              <a:gd name="connsiteY1" fmla="*/ 0 h 6766560"/>
              <a:gd name="connsiteX2" fmla="*/ 7630557 w 8939754"/>
              <a:gd name="connsiteY2" fmla="*/ 176881 h 6766560"/>
              <a:gd name="connsiteX3" fmla="*/ 8939754 w 8939754"/>
              <a:gd name="connsiteY3" fmla="*/ 3337560 h 6766560"/>
              <a:gd name="connsiteX4" fmla="*/ 7475321 w 8939754"/>
              <a:gd name="connsiteY4" fmla="*/ 6646243 h 6766560"/>
              <a:gd name="connsiteX5" fmla="*/ 7336423 w 8939754"/>
              <a:gd name="connsiteY5" fmla="*/ 6766560 h 6766560"/>
              <a:gd name="connsiteX6" fmla="*/ 1603331 w 8939754"/>
              <a:gd name="connsiteY6" fmla="*/ 6766560 h 6766560"/>
              <a:gd name="connsiteX7" fmla="*/ 1464433 w 8939754"/>
              <a:gd name="connsiteY7" fmla="*/ 6646243 h 6766560"/>
              <a:gd name="connsiteX8" fmla="*/ 0 w 8939754"/>
              <a:gd name="connsiteY8" fmla="*/ 3337560 h 6766560"/>
              <a:gd name="connsiteX9" fmla="*/ 1309197 w 8939754"/>
              <a:gd name="connsiteY9" fmla="*/ 176881 h 6766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39754" h="6766560">
                <a:moveTo>
                  <a:pt x="1503815" y="0"/>
                </a:moveTo>
                <a:lnTo>
                  <a:pt x="7435940" y="0"/>
                </a:lnTo>
                <a:lnTo>
                  <a:pt x="7630557" y="176881"/>
                </a:lnTo>
                <a:cubicBezTo>
                  <a:pt x="8439446" y="985769"/>
                  <a:pt x="8939754" y="2103238"/>
                  <a:pt x="8939754" y="3337560"/>
                </a:cubicBezTo>
                <a:cubicBezTo>
                  <a:pt x="8939754" y="4649027"/>
                  <a:pt x="8374953" y="5828578"/>
                  <a:pt x="7475321" y="6646243"/>
                </a:cubicBezTo>
                <a:lnTo>
                  <a:pt x="7336423" y="6766560"/>
                </a:lnTo>
                <a:lnTo>
                  <a:pt x="1603331" y="6766560"/>
                </a:lnTo>
                <a:lnTo>
                  <a:pt x="1464433" y="6646243"/>
                </a:lnTo>
                <a:cubicBezTo>
                  <a:pt x="564801" y="5828578"/>
                  <a:pt x="0" y="4649027"/>
                  <a:pt x="0" y="3337560"/>
                </a:cubicBezTo>
                <a:cubicBezTo>
                  <a:pt x="0" y="2103238"/>
                  <a:pt x="500308" y="985769"/>
                  <a:pt x="1309197" y="17688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543B27-30F5-49F3-A344-80EEF4BE7A1D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57199" y="457200"/>
            <a:ext cx="11273866" cy="578815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4000" b="1" kern="100" spc="-100" baseline="0" dirty="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0" indent="0" algn="ctr">
              <a:lnSpc>
                <a:spcPct val="85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US" sz="1800" b="1" kern="100" cap="none" spc="-2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3pPr>
            <a:lvl4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4pPr>
            <a:lvl5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5pPr>
            <a:lvl6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6pPr>
            <a:lvl7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7pPr>
            <a:lvl8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8pPr>
            <a:lvl9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9C64B7AB-DE60-1A35-EA27-073245889C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79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6093265" y="0"/>
            <a:ext cx="609873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8AD9881D-B00A-4247-8DF7-BEE9578ADBC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093265" y="94488"/>
            <a:ext cx="6098736" cy="6763511"/>
          </a:xfrm>
          <a:prstGeom prst="rect">
            <a:avLst/>
          </a:prstGeom>
          <a:noFill/>
        </p:spPr>
        <p:txBody>
          <a:bodyPr lIns="274320" tIns="274320" rIns="274320" bIns="274320"/>
          <a:lstStyle>
            <a:lvl1pPr algn="ctr">
              <a:buNone/>
              <a:defRPr sz="1800"/>
            </a:lvl1pPr>
          </a:lstStyle>
          <a:p>
            <a:r>
              <a:rPr lang="en-US"/>
              <a:t>Click icon below to insert a photo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CB74AC72-DDAB-49D1-8286-ABBA64795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9223" y="1967113"/>
            <a:ext cx="5164134" cy="4319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70FF31-9141-4408-B4D2-D6D12498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5176157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B912C96-7BFB-081C-AE15-178F5E555C5E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4B6A66B-5082-846E-F1EC-3B573D7E77AE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2315542-4D76-6E75-9007-88B2A873232E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9F2FF74-A6E8-772C-19C1-81EC7EEB6A01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D5676C7-C608-32BD-C7F7-DF276A07ED04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31A66C7-0733-810F-308C-DC8CC6857B79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pic>
        <p:nvPicPr>
          <p:cNvPr id="9" name="updated logo" descr="Logo&#10;&#10;Description automatically generated">
            <a:extLst>
              <a:ext uri="{FF2B5EF4-FFF2-40B4-BE49-F238E27FC236}">
                <a16:creationId xmlns:a16="http://schemas.microsoft.com/office/drawing/2014/main" id="{EF3D484E-C307-C627-4DDF-BBCAF4B27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25" name="Footer Placeholder 10">
            <a:extLst>
              <a:ext uri="{FF2B5EF4-FFF2-40B4-BE49-F238E27FC236}">
                <a16:creationId xmlns:a16="http://schemas.microsoft.com/office/drawing/2014/main" id="{D4220D5E-92C1-ABC8-BEF5-DE9A74C4A9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859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193922-250C-D740-A91E-0F1BF41B61A8}"/>
              </a:ext>
            </a:extLst>
          </p:cNvPr>
          <p:cNvSpPr/>
          <p:nvPr userDrawn="1"/>
        </p:nvSpPr>
        <p:spPr>
          <a:xfrm>
            <a:off x="0" y="0"/>
            <a:ext cx="609873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2524182-F3AA-A449-A811-1F42DD3BE45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0" y="91440"/>
            <a:ext cx="6098736" cy="6766559"/>
          </a:xfrm>
          <a:prstGeom prst="rect">
            <a:avLst/>
          </a:prstGeom>
          <a:noFill/>
        </p:spPr>
        <p:txBody>
          <a:bodyPr lIns="274320" tIns="274320" rIns="274320" bIns="274320"/>
          <a:lstStyle>
            <a:lvl1pPr algn="ctr">
              <a:buNone/>
              <a:defRPr sz="1800"/>
            </a:lvl1pPr>
          </a:lstStyle>
          <a:p>
            <a:r>
              <a:rPr lang="en-US"/>
              <a:t>Click icon below to insert a photo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3477760C-3274-4510-B4C1-514FA1F1F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70667" y="1967113"/>
            <a:ext cx="5164134" cy="43193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10EF53-26EC-4206-AAE1-524C87D74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7616" y="457200"/>
            <a:ext cx="5176215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EEF220-FA5A-CA78-AD48-AA9A8689E5C6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41951C-B5CE-45C7-EBBB-804D74DC27B6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E723D69-BBF9-7038-9814-944F3AADCD33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0DCDEF5-AC3F-20DD-EDCD-1416AC0DEA27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1DF92A7-082B-8AA8-6EDC-AA8D5E2BE632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2FBF9D9-B171-8A86-292F-712E35573C0F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pic>
        <p:nvPicPr>
          <p:cNvPr id="2" name="updated logo" descr="Logo&#10;&#10;Description automatically generated">
            <a:extLst>
              <a:ext uri="{FF2B5EF4-FFF2-40B4-BE49-F238E27FC236}">
                <a16:creationId xmlns:a16="http://schemas.microsoft.com/office/drawing/2014/main" id="{16BFBCE4-24DF-237F-AF27-4B65CC6644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8B1178-F627-6B17-CB4B-B777FF144F2C}"/>
              </a:ext>
            </a:extLst>
          </p:cNvPr>
          <p:cNvSpPr txBox="1"/>
          <p:nvPr userDrawn="1"/>
        </p:nvSpPr>
        <p:spPr>
          <a:xfrm>
            <a:off x="681166" y="6501327"/>
            <a:ext cx="72982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2026 F5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4E246F-C71F-8870-5D07-2501110D1D0F}"/>
              </a:ext>
            </a:extLst>
          </p:cNvPr>
          <p:cNvSpPr txBox="1"/>
          <p:nvPr userDrawn="1"/>
        </p:nvSpPr>
        <p:spPr>
          <a:xfrm>
            <a:off x="6803" y="6501327"/>
            <a:ext cx="567250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C91945D4-7E70-94BC-A1EF-282272F08C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B4A3E4F-8079-2ED4-9542-18CF830BFF1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64035155"/>
              </p:ext>
            </p:extLst>
          </p:nvPr>
        </p:nvGraphicFramePr>
        <p:xfrm>
          <a:off x="12784086" y="0"/>
          <a:ext cx="982552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5638">
                  <a:extLst>
                    <a:ext uri="{9D8B030D-6E8A-4147-A177-3AD203B41FA5}">
                      <a16:colId xmlns:a16="http://schemas.microsoft.com/office/drawing/2014/main" val="2612666631"/>
                    </a:ext>
                  </a:extLst>
                </a:gridCol>
                <a:gridCol w="245638">
                  <a:extLst>
                    <a:ext uri="{9D8B030D-6E8A-4147-A177-3AD203B41FA5}">
                      <a16:colId xmlns:a16="http://schemas.microsoft.com/office/drawing/2014/main" val="632087406"/>
                    </a:ext>
                  </a:extLst>
                </a:gridCol>
                <a:gridCol w="244750">
                  <a:extLst>
                    <a:ext uri="{9D8B030D-6E8A-4147-A177-3AD203B41FA5}">
                      <a16:colId xmlns:a16="http://schemas.microsoft.com/office/drawing/2014/main" val="3768442156"/>
                    </a:ext>
                  </a:extLst>
                </a:gridCol>
                <a:gridCol w="246526">
                  <a:extLst>
                    <a:ext uri="{9D8B030D-6E8A-4147-A177-3AD203B41FA5}">
                      <a16:colId xmlns:a16="http://schemas.microsoft.com/office/drawing/2014/main" val="2575882035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B2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6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002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00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4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D6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57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A4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E0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C08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712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B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D7E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AF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C8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D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C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8D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3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20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AB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59C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22CB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17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E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7DB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1D6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61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F82995A-CACD-3245-7C84-1369D25D051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3592394"/>
              </p:ext>
            </p:extLst>
          </p:nvPr>
        </p:nvGraphicFramePr>
        <p:xfrm>
          <a:off x="12373584" y="0"/>
          <a:ext cx="228918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2591791161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0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9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41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2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49952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debar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5FDF3E6-324E-4875-8242-D42D701A6E9E}"/>
              </a:ext>
            </a:extLst>
          </p:cNvPr>
          <p:cNvSpPr/>
          <p:nvPr userDrawn="1"/>
        </p:nvSpPr>
        <p:spPr bwMode="ltGray"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A61974F-83C6-4B8C-A611-F52ADE4EAD7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590906" y="457200"/>
            <a:ext cx="5140845" cy="58293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E8E56E7-3501-43C0-8E56-CED7C59FB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223" y="1967112"/>
            <a:ext cx="4856688" cy="4139385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CAC042-5DC9-4769-B7E8-FF597DC94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5176215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75A6F55-7E74-484F-0D2A-89792DF695BD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7F009D-18A8-9480-63E9-49A4C631CE41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6E2585F-0EF1-6E26-7EB2-560787C1FCF7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FBF0503-76AC-BAC5-A167-2EA9950F5E3F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B1BE4E1-5203-A918-C55D-E896CE407F47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C654E6E-667F-EE08-E265-ED837282AC93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pic>
        <p:nvPicPr>
          <p:cNvPr id="3" name="updated logo" descr="Logo&#10;&#10;Description automatically generated">
            <a:extLst>
              <a:ext uri="{FF2B5EF4-FFF2-40B4-BE49-F238E27FC236}">
                <a16:creationId xmlns:a16="http://schemas.microsoft.com/office/drawing/2014/main" id="{E102DA0F-48D6-B255-D1A6-378331EEFB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40A35C-E86C-13BD-459D-BF361112F654}"/>
              </a:ext>
            </a:extLst>
          </p:cNvPr>
          <p:cNvSpPr txBox="1"/>
          <p:nvPr userDrawn="1"/>
        </p:nvSpPr>
        <p:spPr>
          <a:xfrm>
            <a:off x="681166" y="6501327"/>
            <a:ext cx="72982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2026 F5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1865C6-0F13-B58A-8F32-80B26C6D3917}"/>
              </a:ext>
            </a:extLst>
          </p:cNvPr>
          <p:cNvSpPr txBox="1"/>
          <p:nvPr userDrawn="1"/>
        </p:nvSpPr>
        <p:spPr>
          <a:xfrm>
            <a:off x="6803" y="6501327"/>
            <a:ext cx="567250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7C95A9FF-E124-B756-23C9-33866DECF0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55995E7-66F7-F945-ED58-65F826EA7B2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64035155"/>
              </p:ext>
            </p:extLst>
          </p:nvPr>
        </p:nvGraphicFramePr>
        <p:xfrm>
          <a:off x="12784086" y="0"/>
          <a:ext cx="982552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5638">
                  <a:extLst>
                    <a:ext uri="{9D8B030D-6E8A-4147-A177-3AD203B41FA5}">
                      <a16:colId xmlns:a16="http://schemas.microsoft.com/office/drawing/2014/main" val="2612666631"/>
                    </a:ext>
                  </a:extLst>
                </a:gridCol>
                <a:gridCol w="245638">
                  <a:extLst>
                    <a:ext uri="{9D8B030D-6E8A-4147-A177-3AD203B41FA5}">
                      <a16:colId xmlns:a16="http://schemas.microsoft.com/office/drawing/2014/main" val="632087406"/>
                    </a:ext>
                  </a:extLst>
                </a:gridCol>
                <a:gridCol w="244750">
                  <a:extLst>
                    <a:ext uri="{9D8B030D-6E8A-4147-A177-3AD203B41FA5}">
                      <a16:colId xmlns:a16="http://schemas.microsoft.com/office/drawing/2014/main" val="3768442156"/>
                    </a:ext>
                  </a:extLst>
                </a:gridCol>
                <a:gridCol w="246526">
                  <a:extLst>
                    <a:ext uri="{9D8B030D-6E8A-4147-A177-3AD203B41FA5}">
                      <a16:colId xmlns:a16="http://schemas.microsoft.com/office/drawing/2014/main" val="2575882035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B2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6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002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00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4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D6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57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A4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E0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C08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712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B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D7E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AF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C8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D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C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8D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3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20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AB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59C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22CB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17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E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7DB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1D6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61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B34E0BE-ABCB-77F1-FF51-66A8911BEFB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3592394"/>
              </p:ext>
            </p:extLst>
          </p:nvPr>
        </p:nvGraphicFramePr>
        <p:xfrm>
          <a:off x="12373584" y="0"/>
          <a:ext cx="228918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2591791161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0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9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41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2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16904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One-third Highlight_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8111905" y="81480"/>
            <a:ext cx="4080095" cy="6776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CB74AC72-DDAB-49D1-8286-ABBA64795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9223" y="1967113"/>
            <a:ext cx="7310618" cy="44270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84C2779-5F96-4963-ABA1-52B1DEDACA1F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57200" y="1256758"/>
            <a:ext cx="7327720" cy="246221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cap="none" spc="0" baseline="0">
                <a:solidFill>
                  <a:srgbClr val="7D7D7D"/>
                </a:solidFill>
                <a:latin typeface="+mn-lt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70FF31-9141-4408-B4D2-D6D12498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27638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06DCBC5-C73E-20C1-38F7-55313259024B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81A05D1-1AE5-3CAE-9C89-455027220F54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F9BDBB0-C30C-605D-80D8-F276530ED860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81AE5B-6C5F-3BCB-7D96-B7B44DA1D3F0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5650CA4-CA88-6CF9-CFED-14017E1A1701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642E34F-22F6-5410-B68E-619C91173421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pic>
        <p:nvPicPr>
          <p:cNvPr id="2" name="updated logo" descr="Logo&#10;&#10;Description automatically generated">
            <a:extLst>
              <a:ext uri="{FF2B5EF4-FFF2-40B4-BE49-F238E27FC236}">
                <a16:creationId xmlns:a16="http://schemas.microsoft.com/office/drawing/2014/main" id="{E7DA9C66-C570-22F3-EC55-1365E49B73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20" name="Footer Placeholder 10">
            <a:extLst>
              <a:ext uri="{FF2B5EF4-FFF2-40B4-BE49-F238E27FC236}">
                <a16:creationId xmlns:a16="http://schemas.microsoft.com/office/drawing/2014/main" id="{3AC2265A-ABD9-F249-41B7-4C1057124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472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one-third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0" y="0"/>
            <a:ext cx="406095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CB74AC72-DDAB-49D1-8286-ABBA64795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419467" y="1967113"/>
            <a:ext cx="7310618" cy="4319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70FF31-9141-4408-B4D2-D6D12498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7444" y="457200"/>
            <a:ext cx="7327638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089D7AF-E5B3-F6ED-91CE-E2424977ED35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C004FB0-06CF-3C02-8B15-CCC6648AFED9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C22A5B8-4DE5-CA41-AA30-F74AB1A882FF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B9676A2-094F-AA54-1AE7-4D6F164DA720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8CC2DB0-D9D4-BCFD-7DFD-D991D61BE2F8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4867625-4D50-E352-5795-78CB99DCACC4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DA65EE0-E6D4-7118-69D7-8B83B7C8CB68}"/>
              </a:ext>
            </a:extLst>
          </p:cNvPr>
          <p:cNvSpPr txBox="1"/>
          <p:nvPr userDrawn="1"/>
        </p:nvSpPr>
        <p:spPr>
          <a:xfrm>
            <a:off x="681166" y="6501327"/>
            <a:ext cx="72982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2026 F5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52453D-A87A-C124-BF6B-547474D3ED90}"/>
              </a:ext>
            </a:extLst>
          </p:cNvPr>
          <p:cNvSpPr txBox="1"/>
          <p:nvPr userDrawn="1"/>
        </p:nvSpPr>
        <p:spPr>
          <a:xfrm>
            <a:off x="6803" y="6501327"/>
            <a:ext cx="567250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79C5D91F-A028-AB2F-DC45-D760C96E69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51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2/3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4060953" y="0"/>
            <a:ext cx="8131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8AD9881D-B00A-4247-8DF7-BEE9578ADBC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060953" y="94488"/>
            <a:ext cx="8131048" cy="6763511"/>
          </a:xfrm>
          <a:prstGeom prst="rect">
            <a:avLst/>
          </a:prstGeom>
          <a:noFill/>
        </p:spPr>
        <p:txBody>
          <a:bodyPr lIns="274320" tIns="274320" rIns="274320" bIns="274320"/>
          <a:lstStyle>
            <a:lvl1pPr algn="ctr">
              <a:buNone/>
              <a:defRPr sz="1800"/>
            </a:lvl1pPr>
          </a:lstStyle>
          <a:p>
            <a:r>
              <a:rPr lang="en-US"/>
              <a:t>Click icon below to insert a photo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3D166EA-F33C-6238-1BA1-ABA9956EBCB1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B5135D-ABB3-86BC-D55B-E83407772E11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1D78E6-2FE5-EAB1-0DCB-5C2A3B279930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4E8C0B-2D09-B673-5B66-38E16946CF9E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F36892A-C2CD-2057-0286-7DFCF4561E02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D66C278-2DE9-5430-464C-D046A5C0C6B6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pic>
        <p:nvPicPr>
          <p:cNvPr id="2" name="updated logo" descr="Logo&#10;&#10;Description automatically generated">
            <a:extLst>
              <a:ext uri="{FF2B5EF4-FFF2-40B4-BE49-F238E27FC236}">
                <a16:creationId xmlns:a16="http://schemas.microsoft.com/office/drawing/2014/main" id="{7A503BAE-8DE9-801E-E591-0D9A9AF1FE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9244EF5B-C303-EC5A-303A-9A87854C4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622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2/3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193922-250C-D740-A91E-0F1BF41B61A8}"/>
              </a:ext>
            </a:extLst>
          </p:cNvPr>
          <p:cNvSpPr/>
          <p:nvPr userDrawn="1"/>
        </p:nvSpPr>
        <p:spPr>
          <a:xfrm>
            <a:off x="-1" y="0"/>
            <a:ext cx="810995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2524182-F3AA-A449-A811-1F42DD3BE45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0" y="91440"/>
            <a:ext cx="8109958" cy="6766559"/>
          </a:xfrm>
          <a:prstGeom prst="rect">
            <a:avLst/>
          </a:prstGeom>
          <a:noFill/>
        </p:spPr>
        <p:txBody>
          <a:bodyPr lIns="274320" tIns="274320" rIns="274320" bIns="274320"/>
          <a:lstStyle>
            <a:lvl1pPr algn="ctr">
              <a:buNone/>
              <a:defRPr sz="1800"/>
            </a:lvl1pPr>
          </a:lstStyle>
          <a:p>
            <a:r>
              <a:rPr lang="en-US"/>
              <a:t>Click icon below to insert a photo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FECD923-F5D4-7C6E-BCD0-CC7DE63508A2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D5B6E44-BD25-ED51-E3F1-DA32BD396953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5611BBD-E722-2729-C0CD-78E012747FBE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3A65801-7B51-D2DE-E426-421BE019C846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8A268C6-4F69-FAE7-5354-E3D1C94553A4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811295F-8C81-DB0C-C0AB-89C229DBB6A3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pic>
        <p:nvPicPr>
          <p:cNvPr id="2" name="updated logo" descr="Logo&#10;&#10;Description automatically generated">
            <a:extLst>
              <a:ext uri="{FF2B5EF4-FFF2-40B4-BE49-F238E27FC236}">
                <a16:creationId xmlns:a16="http://schemas.microsoft.com/office/drawing/2014/main" id="{409041AF-E73F-5E6F-C196-F1C01D1C5F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3A675C-326C-9BA8-6856-D84242AEBFD0}"/>
              </a:ext>
            </a:extLst>
          </p:cNvPr>
          <p:cNvSpPr txBox="1"/>
          <p:nvPr userDrawn="1"/>
        </p:nvSpPr>
        <p:spPr>
          <a:xfrm>
            <a:off x="681166" y="6501327"/>
            <a:ext cx="72982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2026 F5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87E0B2-D53D-C206-7691-7EFA56F8C9FC}"/>
              </a:ext>
            </a:extLst>
          </p:cNvPr>
          <p:cNvSpPr txBox="1"/>
          <p:nvPr userDrawn="1"/>
        </p:nvSpPr>
        <p:spPr>
          <a:xfrm>
            <a:off x="6803" y="6501327"/>
            <a:ext cx="567250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E882711-C266-7B20-75C6-296C6D7408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22D6F84-CFD9-9F9B-3723-D3699C205CC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64035155"/>
              </p:ext>
            </p:extLst>
          </p:nvPr>
        </p:nvGraphicFramePr>
        <p:xfrm>
          <a:off x="12784086" y="0"/>
          <a:ext cx="982552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5638">
                  <a:extLst>
                    <a:ext uri="{9D8B030D-6E8A-4147-A177-3AD203B41FA5}">
                      <a16:colId xmlns:a16="http://schemas.microsoft.com/office/drawing/2014/main" val="2612666631"/>
                    </a:ext>
                  </a:extLst>
                </a:gridCol>
                <a:gridCol w="245638">
                  <a:extLst>
                    <a:ext uri="{9D8B030D-6E8A-4147-A177-3AD203B41FA5}">
                      <a16:colId xmlns:a16="http://schemas.microsoft.com/office/drawing/2014/main" val="632087406"/>
                    </a:ext>
                  </a:extLst>
                </a:gridCol>
                <a:gridCol w="244750">
                  <a:extLst>
                    <a:ext uri="{9D8B030D-6E8A-4147-A177-3AD203B41FA5}">
                      <a16:colId xmlns:a16="http://schemas.microsoft.com/office/drawing/2014/main" val="3768442156"/>
                    </a:ext>
                  </a:extLst>
                </a:gridCol>
                <a:gridCol w="246526">
                  <a:extLst>
                    <a:ext uri="{9D8B030D-6E8A-4147-A177-3AD203B41FA5}">
                      <a16:colId xmlns:a16="http://schemas.microsoft.com/office/drawing/2014/main" val="2575882035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B2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6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002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00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4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D6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57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A4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E0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C08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712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B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D7E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AF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C8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D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C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8D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3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20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AB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59C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22CB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17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E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7DB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1D6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61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4715CCD-CACB-EC51-913B-4A484414DA3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3592394"/>
              </p:ext>
            </p:extLst>
          </p:nvPr>
        </p:nvGraphicFramePr>
        <p:xfrm>
          <a:off x="12373584" y="0"/>
          <a:ext cx="228918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2591791161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0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9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41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2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26067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520C8DD4-C9AF-6960-6894-F11A174FF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0CA2B1-43F3-4E5A-8642-E7EF9DF675DC}"/>
              </a:ext>
            </a:extLst>
          </p:cNvPr>
          <p:cNvSpPr/>
          <p:nvPr userDrawn="1"/>
        </p:nvSpPr>
        <p:spPr>
          <a:xfrm>
            <a:off x="0" y="0"/>
            <a:ext cx="12192000" cy="2339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89772A-5773-574A-B6F8-FE6EE18F52EE}"/>
              </a:ext>
            </a:extLst>
          </p:cNvPr>
          <p:cNvSpPr/>
          <p:nvPr userDrawn="1"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91C8EB-2EC7-7348-A790-C3B94928DB0F}"/>
              </a:ext>
            </a:extLst>
          </p:cNvPr>
          <p:cNvSpPr/>
          <p:nvPr userDrawn="1"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9DCA21-A80E-C740-8D95-E40B577291A6}"/>
              </a:ext>
            </a:extLst>
          </p:cNvPr>
          <p:cNvSpPr/>
          <p:nvPr userDrawn="1"/>
        </p:nvSpPr>
        <p:spPr>
          <a:xfrm rot="5400000">
            <a:off x="-3200400" y="3200400"/>
            <a:ext cx="6858000" cy="457200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2B2B15-B649-C945-8F45-B73BCE1D96D3}"/>
              </a:ext>
            </a:extLst>
          </p:cNvPr>
          <p:cNvSpPr/>
          <p:nvPr userDrawn="1"/>
        </p:nvSpPr>
        <p:spPr>
          <a:xfrm rot="5400000">
            <a:off x="8534400" y="3200400"/>
            <a:ext cx="6858000" cy="457200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2BD637-13E9-E14F-B2BA-CCCBD0753859}"/>
              </a:ext>
            </a:extLst>
          </p:cNvPr>
          <p:cNvSpPr/>
          <p:nvPr userDrawn="1"/>
        </p:nvSpPr>
        <p:spPr>
          <a:xfrm>
            <a:off x="-687" y="1512321"/>
            <a:ext cx="12188952" cy="457200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469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2">
            <a:extLst>
              <a:ext uri="{FF2B5EF4-FFF2-40B4-BE49-F238E27FC236}">
                <a16:creationId xmlns:a16="http://schemas.microsoft.com/office/drawing/2014/main" id="{94B560FD-3AA9-CEA0-5ED3-C5FFFCDCB0C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868424" y="2102144"/>
            <a:ext cx="2433289" cy="2433289"/>
            <a:chOff x="5266" y="0"/>
            <a:chExt cx="733" cy="733"/>
          </a:xfrm>
        </p:grpSpPr>
        <p:sp>
          <p:nvSpPr>
            <p:cNvPr id="4" name="Freeform 23">
              <a:extLst>
                <a:ext uri="{FF2B5EF4-FFF2-40B4-BE49-F238E27FC236}">
                  <a16:creationId xmlns:a16="http://schemas.microsoft.com/office/drawing/2014/main" id="{E4AFD52F-B7D1-A290-DCB0-923011AD1B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065 w 4576"/>
                <a:gd name="T3" fmla="*/ 848 h 4576"/>
                <a:gd name="T4" fmla="*/ 4065 w 4576"/>
                <a:gd name="T5" fmla="*/ 848 h 4576"/>
                <a:gd name="T6" fmla="*/ 2288 w 4576"/>
                <a:gd name="T7" fmla="*/ 0 h 4576"/>
                <a:gd name="T8" fmla="*/ 0 w 4576"/>
                <a:gd name="T9" fmla="*/ 2288 h 4576"/>
                <a:gd name="T10" fmla="*/ 445 w 4576"/>
                <a:gd name="T11" fmla="*/ 3644 h 4576"/>
                <a:gd name="T12" fmla="*/ 445 w 4576"/>
                <a:gd name="T13" fmla="*/ 3644 h 4576"/>
                <a:gd name="T14" fmla="*/ 583 w 4576"/>
                <a:gd name="T15" fmla="*/ 3814 h 4576"/>
                <a:gd name="T16" fmla="*/ 583 w 4576"/>
                <a:gd name="T17" fmla="*/ 3814 h 4576"/>
                <a:gd name="T18" fmla="*/ 2288 w 4576"/>
                <a:gd name="T19" fmla="*/ 4576 h 4576"/>
                <a:gd name="T20" fmla="*/ 4576 w 4576"/>
                <a:gd name="T21" fmla="*/ 2288 h 4576"/>
                <a:gd name="T22" fmla="*/ 4176 w 4576"/>
                <a:gd name="T23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1" y="945"/>
                    <a:pt x="4104" y="895"/>
                    <a:pt x="4065" y="848"/>
                  </a:cubicBezTo>
                  <a:cubicBezTo>
                    <a:pt x="4065" y="848"/>
                    <a:pt x="4065" y="848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445" y="3644"/>
                    <a:pt x="445" y="3644"/>
                    <a:pt x="445" y="3644"/>
                  </a:cubicBezTo>
                  <a:cubicBezTo>
                    <a:pt x="488" y="3703"/>
                    <a:pt x="534" y="3759"/>
                    <a:pt x="583" y="3814"/>
                  </a:cubicBezTo>
                  <a:cubicBezTo>
                    <a:pt x="583" y="3814"/>
                    <a:pt x="583" y="381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4">
              <a:extLst>
                <a:ext uri="{FF2B5EF4-FFF2-40B4-BE49-F238E27FC236}">
                  <a16:creationId xmlns:a16="http://schemas.microsoft.com/office/drawing/2014/main" id="{8242F7D6-BFBA-1540-A7E6-0A5FB949D7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317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5">
              <a:extLst>
                <a:ext uri="{FF2B5EF4-FFF2-40B4-BE49-F238E27FC236}">
                  <a16:creationId xmlns:a16="http://schemas.microsoft.com/office/drawing/2014/main" id="{16E0D9B8-ED44-D90C-9E22-7B6D0CB20B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solidFill>
              <a:srgbClr val="E400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6">
              <a:extLst>
                <a:ext uri="{FF2B5EF4-FFF2-40B4-BE49-F238E27FC236}">
                  <a16:creationId xmlns:a16="http://schemas.microsoft.com/office/drawing/2014/main" id="{2C0DA241-F1E3-A3AA-0BAD-26788C823E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solidFill>
              <a:srgbClr val="E400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7">
              <a:extLst>
                <a:ext uri="{FF2B5EF4-FFF2-40B4-BE49-F238E27FC236}">
                  <a16:creationId xmlns:a16="http://schemas.microsoft.com/office/drawing/2014/main" id="{37DA5001-C688-9E9B-26FA-8EA95DD1C3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317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507F766-A8EE-E4D7-BD50-94C42DD3B5DD}"/>
              </a:ext>
            </a:extLst>
          </p:cNvPr>
          <p:cNvGrpSpPr/>
          <p:nvPr userDrawn="1"/>
        </p:nvGrpSpPr>
        <p:grpSpPr>
          <a:xfrm>
            <a:off x="0" y="6763512"/>
            <a:ext cx="12192000" cy="94488"/>
            <a:chOff x="4107" y="7202786"/>
            <a:chExt cx="12187893" cy="3175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2B8C6AA-CBBB-E009-1D7F-14B317421A9E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FB5345B-5CF7-C3AC-2D96-19C06B444FA3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8FAB7F8-510A-8E18-5E95-BD19E5064E73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5BC56F0-8C74-A979-7574-2A49BE7B861D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FD7FB9D-EC5E-9E0D-B885-CC2551692DE1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658188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Black Soli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pdated logo" descr="Logo&#10;&#10;Description automatically generated">
            <a:extLst>
              <a:ext uri="{FF2B5EF4-FFF2-40B4-BE49-F238E27FC236}">
                <a16:creationId xmlns:a16="http://schemas.microsoft.com/office/drawing/2014/main" id="{772B347F-F7C5-F39C-2D59-19BAFA0C7B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899" y="471509"/>
            <a:ext cx="603504" cy="603504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898D6D05-97DF-4C74-8943-E0633B92DAB3}"/>
              </a:ext>
            </a:extLst>
          </p:cNvPr>
          <p:cNvSpPr>
            <a:spLocks noGrp="1"/>
          </p:cNvSpPr>
          <p:nvPr userDrawn="1">
            <p:ph type="ctrTitle"/>
          </p:nvPr>
        </p:nvSpPr>
        <p:spPr bwMode="black">
          <a:xfrm>
            <a:off x="457200" y="1143000"/>
            <a:ext cx="7970363" cy="2446038"/>
          </a:xfrm>
          <a:prstGeom prst="rect">
            <a:avLst/>
          </a:prstGeom>
        </p:spPr>
        <p:txBody>
          <a:bodyPr anchor="b"/>
          <a:lstStyle>
            <a:lvl1pPr algn="l">
              <a:defRPr sz="4800" spc="-13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4FDFB-D8B5-4D90-9CC9-76F699041481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457200" y="3933825"/>
            <a:ext cx="7970362" cy="178117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2pPr>
            <a:lvl3pPr marL="457200" indent="-457200">
              <a:buFontTx/>
              <a:buNone/>
              <a:defRPr sz="1600">
                <a:solidFill>
                  <a:schemeClr val="bg1"/>
                </a:solidFill>
              </a:defRPr>
            </a:lvl3pPr>
            <a:lvl4pPr marL="685800" indent="-685800">
              <a:buFontTx/>
              <a:buNone/>
              <a:defRPr sz="1600"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6AF44DA-001C-9E7F-AD01-D958D456BB79}"/>
              </a:ext>
            </a:extLst>
          </p:cNvPr>
          <p:cNvGrpSpPr/>
          <p:nvPr userDrawn="1"/>
        </p:nvGrpSpPr>
        <p:grpSpPr>
          <a:xfrm>
            <a:off x="0" y="6763512"/>
            <a:ext cx="12192000" cy="94488"/>
            <a:chOff x="4107" y="7202786"/>
            <a:chExt cx="12187893" cy="3175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007FCF1-D1B8-B070-2327-F3F96B348AB9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0ED93EB-90C9-6617-A634-5A8CB61A3C5B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AEA4AA0-FD7D-51BE-D1CF-58B4B5A45834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75DC19F-0D82-5BCB-44A3-CCED469399B0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5BE33C-0832-4FCA-046C-A527E97B273F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44FD162-EFF2-B37B-5EAE-E3B21D80B55A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2784086" y="0"/>
          <a:ext cx="982552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5638">
                  <a:extLst>
                    <a:ext uri="{9D8B030D-6E8A-4147-A177-3AD203B41FA5}">
                      <a16:colId xmlns:a16="http://schemas.microsoft.com/office/drawing/2014/main" val="2612666631"/>
                    </a:ext>
                  </a:extLst>
                </a:gridCol>
                <a:gridCol w="245638">
                  <a:extLst>
                    <a:ext uri="{9D8B030D-6E8A-4147-A177-3AD203B41FA5}">
                      <a16:colId xmlns:a16="http://schemas.microsoft.com/office/drawing/2014/main" val="632087406"/>
                    </a:ext>
                  </a:extLst>
                </a:gridCol>
                <a:gridCol w="244750">
                  <a:extLst>
                    <a:ext uri="{9D8B030D-6E8A-4147-A177-3AD203B41FA5}">
                      <a16:colId xmlns:a16="http://schemas.microsoft.com/office/drawing/2014/main" val="3768442156"/>
                    </a:ext>
                  </a:extLst>
                </a:gridCol>
                <a:gridCol w="246526">
                  <a:extLst>
                    <a:ext uri="{9D8B030D-6E8A-4147-A177-3AD203B41FA5}">
                      <a16:colId xmlns:a16="http://schemas.microsoft.com/office/drawing/2014/main" val="2575882035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B2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6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002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00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4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D6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57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A4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E0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C08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712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B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D7E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AF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C8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D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C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8D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3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20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AB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59C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22CB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17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E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7DB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1D6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61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F542782-B9BB-1663-BB40-730D5A83D520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2373584" y="0"/>
          <a:ext cx="228918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2591791161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0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9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41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2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564066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Black Patter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Freeform: Shape 4">
            <a:extLst>
              <a:ext uri="{FF2B5EF4-FFF2-40B4-BE49-F238E27FC236}">
                <a16:creationId xmlns:a16="http://schemas.microsoft.com/office/drawing/2014/main" id="{8DF2233F-6D34-9FE4-FE8D-E81D4E769941}"/>
              </a:ext>
            </a:extLst>
          </p:cNvPr>
          <p:cNvSpPr/>
          <p:nvPr userDrawn="1"/>
        </p:nvSpPr>
        <p:spPr>
          <a:xfrm>
            <a:off x="1346425" y="0"/>
            <a:ext cx="8939754" cy="6761018"/>
          </a:xfrm>
          <a:custGeom>
            <a:avLst/>
            <a:gdLst>
              <a:gd name="connsiteX0" fmla="*/ 1503815 w 8939754"/>
              <a:gd name="connsiteY0" fmla="*/ 0 h 6766560"/>
              <a:gd name="connsiteX1" fmla="*/ 7435940 w 8939754"/>
              <a:gd name="connsiteY1" fmla="*/ 0 h 6766560"/>
              <a:gd name="connsiteX2" fmla="*/ 7630557 w 8939754"/>
              <a:gd name="connsiteY2" fmla="*/ 176881 h 6766560"/>
              <a:gd name="connsiteX3" fmla="*/ 8939754 w 8939754"/>
              <a:gd name="connsiteY3" fmla="*/ 3337560 h 6766560"/>
              <a:gd name="connsiteX4" fmla="*/ 7475321 w 8939754"/>
              <a:gd name="connsiteY4" fmla="*/ 6646243 h 6766560"/>
              <a:gd name="connsiteX5" fmla="*/ 7336423 w 8939754"/>
              <a:gd name="connsiteY5" fmla="*/ 6766560 h 6766560"/>
              <a:gd name="connsiteX6" fmla="*/ 1603331 w 8939754"/>
              <a:gd name="connsiteY6" fmla="*/ 6766560 h 6766560"/>
              <a:gd name="connsiteX7" fmla="*/ 1464433 w 8939754"/>
              <a:gd name="connsiteY7" fmla="*/ 6646243 h 6766560"/>
              <a:gd name="connsiteX8" fmla="*/ 0 w 8939754"/>
              <a:gd name="connsiteY8" fmla="*/ 3337560 h 6766560"/>
              <a:gd name="connsiteX9" fmla="*/ 1309197 w 8939754"/>
              <a:gd name="connsiteY9" fmla="*/ 176881 h 6766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39754" h="6766560">
                <a:moveTo>
                  <a:pt x="1503815" y="0"/>
                </a:moveTo>
                <a:lnTo>
                  <a:pt x="7435940" y="0"/>
                </a:lnTo>
                <a:lnTo>
                  <a:pt x="7630557" y="176881"/>
                </a:lnTo>
                <a:cubicBezTo>
                  <a:pt x="8439446" y="985769"/>
                  <a:pt x="8939754" y="2103238"/>
                  <a:pt x="8939754" y="3337560"/>
                </a:cubicBezTo>
                <a:cubicBezTo>
                  <a:pt x="8939754" y="4649027"/>
                  <a:pt x="8374953" y="5828578"/>
                  <a:pt x="7475321" y="6646243"/>
                </a:cubicBezTo>
                <a:lnTo>
                  <a:pt x="7336423" y="6766560"/>
                </a:lnTo>
                <a:lnTo>
                  <a:pt x="1603331" y="6766560"/>
                </a:lnTo>
                <a:lnTo>
                  <a:pt x="1464433" y="6646243"/>
                </a:lnTo>
                <a:cubicBezTo>
                  <a:pt x="564801" y="5828578"/>
                  <a:pt x="0" y="4649027"/>
                  <a:pt x="0" y="3337560"/>
                </a:cubicBezTo>
                <a:cubicBezTo>
                  <a:pt x="0" y="2103238"/>
                  <a:pt x="500308" y="985769"/>
                  <a:pt x="1309197" y="176881"/>
                </a:cubicBezTo>
                <a:close/>
              </a:path>
            </a:pathLst>
          </a:custGeom>
          <a:solidFill>
            <a:srgbClr val="1D1D1D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2" name="Freeform: Shape 7">
            <a:extLst>
              <a:ext uri="{FF2B5EF4-FFF2-40B4-BE49-F238E27FC236}">
                <a16:creationId xmlns:a16="http://schemas.microsoft.com/office/drawing/2014/main" id="{07D2F523-49D1-8C89-9CF7-95CBF4F2909A}"/>
              </a:ext>
            </a:extLst>
          </p:cNvPr>
          <p:cNvSpPr/>
          <p:nvPr userDrawn="1"/>
        </p:nvSpPr>
        <p:spPr>
          <a:xfrm>
            <a:off x="1" y="0"/>
            <a:ext cx="6929793" cy="6761018"/>
          </a:xfrm>
          <a:custGeom>
            <a:avLst/>
            <a:gdLst>
              <a:gd name="connsiteX0" fmla="*/ 0 w 6929793"/>
              <a:gd name="connsiteY0" fmla="*/ 0 h 6761018"/>
              <a:gd name="connsiteX1" fmla="*/ 5425979 w 6929793"/>
              <a:gd name="connsiteY1" fmla="*/ 0 h 6761018"/>
              <a:gd name="connsiteX2" fmla="*/ 5620596 w 6929793"/>
              <a:gd name="connsiteY2" fmla="*/ 176736 h 6761018"/>
              <a:gd name="connsiteX3" fmla="*/ 6929793 w 6929793"/>
              <a:gd name="connsiteY3" fmla="*/ 3334827 h 6761018"/>
              <a:gd name="connsiteX4" fmla="*/ 5465360 w 6929793"/>
              <a:gd name="connsiteY4" fmla="*/ 6640800 h 6761018"/>
              <a:gd name="connsiteX5" fmla="*/ 5326462 w 6929793"/>
              <a:gd name="connsiteY5" fmla="*/ 6761018 h 6761018"/>
              <a:gd name="connsiteX6" fmla="*/ 0 w 6929793"/>
              <a:gd name="connsiteY6" fmla="*/ 6761018 h 6761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29793" h="6761018">
                <a:moveTo>
                  <a:pt x="0" y="0"/>
                </a:moveTo>
                <a:lnTo>
                  <a:pt x="5425979" y="0"/>
                </a:lnTo>
                <a:lnTo>
                  <a:pt x="5620596" y="176736"/>
                </a:lnTo>
                <a:cubicBezTo>
                  <a:pt x="6429485" y="984962"/>
                  <a:pt x="6929793" y="2101516"/>
                  <a:pt x="6929793" y="3334827"/>
                </a:cubicBezTo>
                <a:cubicBezTo>
                  <a:pt x="6929793" y="4645220"/>
                  <a:pt x="6364992" y="5823804"/>
                  <a:pt x="5465360" y="6640800"/>
                </a:cubicBezTo>
                <a:lnTo>
                  <a:pt x="5326462" y="6761018"/>
                </a:lnTo>
                <a:lnTo>
                  <a:pt x="0" y="676101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" name="updated logo" descr="Logo&#10;&#10;Description automatically generated">
            <a:extLst>
              <a:ext uri="{FF2B5EF4-FFF2-40B4-BE49-F238E27FC236}">
                <a16:creationId xmlns:a16="http://schemas.microsoft.com/office/drawing/2014/main" id="{772B347F-F7C5-F39C-2D59-19BAFA0C7B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899" y="471509"/>
            <a:ext cx="603504" cy="603504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898D6D05-97DF-4C74-8943-E0633B92DAB3}"/>
              </a:ext>
            </a:extLst>
          </p:cNvPr>
          <p:cNvSpPr>
            <a:spLocks noGrp="1"/>
          </p:cNvSpPr>
          <p:nvPr userDrawn="1">
            <p:ph type="ctrTitle"/>
          </p:nvPr>
        </p:nvSpPr>
        <p:spPr bwMode="black">
          <a:xfrm>
            <a:off x="457200" y="1143000"/>
            <a:ext cx="7970363" cy="2446038"/>
          </a:xfrm>
          <a:prstGeom prst="rect">
            <a:avLst/>
          </a:prstGeom>
        </p:spPr>
        <p:txBody>
          <a:bodyPr anchor="b"/>
          <a:lstStyle>
            <a:lvl1pPr algn="l">
              <a:defRPr sz="4800" spc="-13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2F48ABA-D537-0BEA-5127-7333B84D85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933825"/>
            <a:ext cx="7970362" cy="178117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2pPr>
            <a:lvl3pPr marL="457200" indent="-457200">
              <a:buFontTx/>
              <a:buNone/>
              <a:defRPr sz="1600">
                <a:solidFill>
                  <a:schemeClr val="bg1"/>
                </a:solidFill>
              </a:defRPr>
            </a:lvl3pPr>
            <a:lvl4pPr marL="685800" indent="-685800">
              <a:buFontTx/>
              <a:buNone/>
              <a:defRPr sz="1600"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FC6EA5E-5A1D-6E2E-9AB2-DDA91FB8D0E1}"/>
              </a:ext>
            </a:extLst>
          </p:cNvPr>
          <p:cNvGrpSpPr/>
          <p:nvPr userDrawn="1"/>
        </p:nvGrpSpPr>
        <p:grpSpPr>
          <a:xfrm>
            <a:off x="0" y="6763512"/>
            <a:ext cx="12192000" cy="94488"/>
            <a:chOff x="4107" y="7202786"/>
            <a:chExt cx="12187893" cy="3175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A6D9B0-74C4-6AD3-2F5A-0D9A0A25A146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E81B0D8-AD94-7E25-17BB-5B5C122CE52E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890C3A5-D415-4633-EC42-2247D7FF2FCC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DE73C02-BD07-F8E3-9469-B833BB857418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87B3E5D-C809-7302-B35D-063597CCC738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CA3DA71-02DD-EF4D-3E35-27831E3B2843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2784086" y="0"/>
          <a:ext cx="982552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5638">
                  <a:extLst>
                    <a:ext uri="{9D8B030D-6E8A-4147-A177-3AD203B41FA5}">
                      <a16:colId xmlns:a16="http://schemas.microsoft.com/office/drawing/2014/main" val="2612666631"/>
                    </a:ext>
                  </a:extLst>
                </a:gridCol>
                <a:gridCol w="245638">
                  <a:extLst>
                    <a:ext uri="{9D8B030D-6E8A-4147-A177-3AD203B41FA5}">
                      <a16:colId xmlns:a16="http://schemas.microsoft.com/office/drawing/2014/main" val="632087406"/>
                    </a:ext>
                  </a:extLst>
                </a:gridCol>
                <a:gridCol w="244750">
                  <a:extLst>
                    <a:ext uri="{9D8B030D-6E8A-4147-A177-3AD203B41FA5}">
                      <a16:colId xmlns:a16="http://schemas.microsoft.com/office/drawing/2014/main" val="3768442156"/>
                    </a:ext>
                  </a:extLst>
                </a:gridCol>
                <a:gridCol w="246526">
                  <a:extLst>
                    <a:ext uri="{9D8B030D-6E8A-4147-A177-3AD203B41FA5}">
                      <a16:colId xmlns:a16="http://schemas.microsoft.com/office/drawing/2014/main" val="2575882035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B2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6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002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00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4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D6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57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A4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E0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C08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712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B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D7E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AF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C8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D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C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8D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3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20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AB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59C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22CB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17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E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7DB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1D6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61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92DA2FF-FE16-C55C-A83F-63431B37C4E2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2373584" y="0"/>
          <a:ext cx="228918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2591791161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0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9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41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2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082280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D1B9E611-EBCB-4798-8F9E-3B0DB65C3D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7749CBE-6746-CC4E-EA9D-1CC8402E340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199" y="1967112"/>
            <a:ext cx="11274425" cy="4319388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8180507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79606EA-FADA-4FE6-87E6-E09757D0B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2"/>
            <a:ext cx="5463540" cy="43257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0CA3985-E3DD-4612-804A-CEB02709C77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8212" y="1967112"/>
            <a:ext cx="5463540" cy="43257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A26347B-2021-4942-92C1-51B7B994D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8545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A025CA9-E115-4D52-8789-5A3534668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1478" y="1967113"/>
            <a:ext cx="7390273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53492ED-1851-4AF7-BFB3-E3A888CEEF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3538497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113D465-78B8-4352-8A52-982DE49E0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63024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F0F5A16-0072-4CEB-B2D7-4ACEE38C20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98864" y="1967113"/>
            <a:ext cx="3519032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54B4451-4579-4EF1-B801-2FD806904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967113"/>
            <a:ext cx="7395883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9A3BCCF9-FD2E-4741-9A94-8ED367E82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26249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1CC9BBA-547D-4E18-BCA7-FDB5D1F6403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199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5C31D28-D6BF-43CC-A204-E65B83F1FE2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334091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EA8A136-B3F1-4CD4-96F0-FC2034A3A402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98863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32F2873F-33B6-4CA9-93C0-00806D71AF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29666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4FECF13-45A3-4E5E-9C50-1FB1D52E748C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567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F27CFD2-9839-4A48-8EC3-59FE0833DF69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89212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333903E-DD09-4D1B-A705-0126772D0C20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2274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7A4E12-8941-4699-8891-EE211FDC74A2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5628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E34D3C8B-5D25-412C-B2B6-1C230F6ECB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652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C6A006-79D6-4FC0-8944-ED8D33182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8B40CF54-3FB2-43C4-8ED2-061175C03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48233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26900AD-628D-4F3E-9698-1B0469E3E0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882314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AA397C8B-D09B-41B4-A86B-A6CE5A869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73F4F-197F-7E57-AA50-C56A9C6D183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199" y="1967112"/>
            <a:ext cx="11274425" cy="4319388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6431805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47D26ED-DCAC-784D-8FBF-7B4971D8A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2"/>
            <a:ext cx="5463540" cy="43257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F362B3D-2ED9-9544-AB97-326723A5E00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8212" y="1967112"/>
            <a:ext cx="5463540" cy="43257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074E31-D111-4E4A-BFED-12CF43E6D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F8FD40ED-5AB8-4DC4-8FC4-4B5A986D34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F814473A-6945-1F80-88EC-84794C8A7F4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882314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500130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7A2ABEF-208D-4586-9E4F-EE7470886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3"/>
            <a:ext cx="3538497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12643E8C-C561-4D13-B00A-51A91E0A440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41479" y="1967113"/>
            <a:ext cx="7390272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074E31-D111-4E4A-BFED-12CF43E6D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96D6A4C0-6EC8-4405-ADE8-043BEC650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BAA0D340-A28F-8B87-A512-1F4E5343A1C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882314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725861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1EEACE-D06E-49E0-A987-8E14B93C2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43447AD-9B2C-4F8B-8840-33CC5A99A88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7395882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F568C8B-28E5-4A13-87CC-8002898E4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8864" y="1967113"/>
            <a:ext cx="3519033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C563DA4D-3F63-4B6C-B996-0708DC1DB4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A9799B9-7F19-E715-5ED6-FE12994E18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882314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164937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FFE35A8-3B2A-4D50-B389-3EFEF7C33AE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199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E448C72-99CE-44E5-9192-1C07E845DB90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334091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70C859-C19B-4489-A1B2-207EA480F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40B6C54-3A77-4D1F-9FE2-40B10EEB6CEA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98863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FD6F40AF-208C-439C-A929-97812791AA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B067D8E-75E9-D132-71FD-084C3B2B28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882314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640455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5A8119-8A9D-4E8D-9FBE-CEFF19695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EE73A41-482C-463A-8FE1-6CE47D59D0E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567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C11CA0D-977D-49E5-9086-5ABC6F80618D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89212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A8BF6AFA-475F-4876-BEA9-2BDA015EF2DD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2274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FB7FBF6-36AE-49CD-B5DB-672873569C89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5628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58A3B94D-2155-4BEB-A474-C5E26315E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EA87010-E13C-A918-52E1-F1859B1DEF2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882314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373152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1EEACE-D06E-49E0-A987-8E14B93C2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1CE9E29-EC43-47AD-89B5-9689BD910B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60E9BB3-1B4C-DF6F-1DDE-2830513939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882314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207565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79538170-21B6-4714-A9AD-5E119CA077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8813C-E2AB-9D50-55C5-F8B396864FB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967113"/>
            <a:ext cx="11274424" cy="43193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4684639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4558AAC-739A-4D30-9B92-0A9FE3CDA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2"/>
            <a:ext cx="5463540" cy="431938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9B787B0-48E4-433B-85C7-85541BFCFB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8212" y="1967112"/>
            <a:ext cx="5463540" cy="431938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DFD7C076-3F14-48C3-8F05-9CC51B385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27654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CC545FD2-7A6E-4515-AF06-2BB0F6C9A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3"/>
            <a:ext cx="3538497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0E33CA35-C6F0-4917-B7E6-A30CED91757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41479" y="1967113"/>
            <a:ext cx="7390273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21E9AEFA-CC51-4CE4-AF06-4E0BDE1E97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78481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2EF85F38-9197-4646-B35C-FB5BF271A7A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7395882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C7A3651-D256-41A5-AAFF-DB7CE7BFD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8864" y="1967113"/>
            <a:ext cx="3519033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748F3F40-E9B0-4B1B-9E2E-81BF2177B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42939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C93C290-E978-440A-8017-3A133672AE2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32ECA63C-E4C9-4727-B43F-4A7ABC84D72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334090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7E333B3F-3E99-48D9-B017-755F0DAF0B4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98863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09D7F567-DEE9-4052-9068-ACC47817C2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48286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E9CF6EB7-3F22-4CAA-9506-5B9D47D1ECFD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720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94D2C927-853F-40F7-BEA8-EB87EBD405C4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89212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4C8CB9D-0E1B-4F5D-B9E7-3C1F8049818A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2274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214F2138-4345-4175-BA09-5927B84F558D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5628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456493A9-E23C-409C-A174-414FC86274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63388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1C314CCC-913F-4DA2-91CF-D7C89A96E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094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4133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F75BD6-4444-4897-A7D2-43BB9BBF2C4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31800"/>
            <a:ext cx="5937250" cy="198438"/>
          </a:xfrm>
        </p:spPr>
        <p:txBody>
          <a:bodyPr>
            <a:noAutofit/>
          </a:bodyPr>
          <a:lstStyle>
            <a:lvl1pPr marL="0" indent="0">
              <a:buNone/>
              <a:defRPr lang="en-US" sz="1100" b="1" kern="1200" cap="all" spc="200" baseline="0" dirty="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</a:pPr>
            <a:r>
              <a:rPr lang="en-US"/>
              <a:t>CLICK TO ADD EYEBROW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A4DCBC1-8EA3-4E87-837A-83F17AC845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C1DC05-006E-F738-0EB7-C5B89C35E3D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1967113"/>
            <a:ext cx="11274425" cy="43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77512633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B2A4FB-D20C-E24D-1F1A-3662166BAE3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7200" y="1967110"/>
            <a:ext cx="5463540" cy="43193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037FE79-DBDE-5F53-2F29-E0206E2B211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268212" y="1967111"/>
            <a:ext cx="5463540" cy="43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0E0E0026-750C-4749-8A4B-F50BDFEB1D8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82695469-62BA-4F8A-9BAF-A9C4A0869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69A1F3D5-FC6A-7451-8E07-C77499E8D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4133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28085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DF1117-59D9-A64E-88A8-03E6E5A4BE6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7200" y="1967113"/>
            <a:ext cx="3538497" cy="43193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B49516B-F45D-9D14-C233-CD4CBC97DB0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41477" y="1967113"/>
            <a:ext cx="7390273" cy="43193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B26C481B-8F05-454E-B9A0-E5483867A6C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 dirty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2A3D27C5-73FD-45B9-8B63-64387D57F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D13007F4-2A33-C302-8448-C2D06F12A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4133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1708453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8BB00-1CA4-78E2-2579-EB8D4E880AE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7200" y="1967113"/>
            <a:ext cx="7395881" cy="43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AD86D8F-1B52-2C03-D701-7D22429A249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98863" y="1967113"/>
            <a:ext cx="3519034" cy="43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862AB041-0459-420C-AFE3-C7423F7F461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44CBCC9F-B157-48A2-8BCD-F4134ED0D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9B88FDF8-D4DF-BACA-9559-9BF4F251A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4133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611043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0FB5A-DE6D-A88A-FE9B-0EC06DDF8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967113"/>
            <a:ext cx="3523817" cy="4313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CC7378-96F3-0BE2-A9E9-820F178A5D1F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34091" y="1967113"/>
            <a:ext cx="3523816" cy="4313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1E5068E-D382-F80C-7B98-62E993F7415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198863" y="1967113"/>
            <a:ext cx="3524250" cy="4313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DCBE6651-8BD1-4E33-8D74-09677F47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2F760F50-2662-608E-F6AC-A961A45EF20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D61BA132-52F2-3D3A-69FA-1A962510B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4133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95441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5A5FF981-4ABF-4AA7-BA8F-4DC0D529115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720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868D8A6A-0A57-4651-9366-A02DB21541BF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89212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FBF88B71-0BB2-4601-B2CE-F4F9B29D02DE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2274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3CC96474-5772-40F1-BF7B-AB01EC8D4AB9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5628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675F5264-3B10-4E1A-8EAD-38FFE8ACFF6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6CAFEAFB-1353-42C0-9A13-C38F635AC6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FBC7ECDE-F82D-43EA-FF13-85CD40C93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4133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7220551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F75BD6-4444-4897-A7D2-43BB9BBF2C4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9D3F7C6D-D349-458D-A76F-C40DAFB994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24449AA2-8B3F-208E-273C-D8B8744AA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4133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242262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Layout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4E9F55C-9C90-33C8-AEDA-AFE4FE43C124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94C697E-C7CC-D9C3-9BA8-9A03C74A16B7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40084E2-9684-D2B0-43F0-6F2FD63C9334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67EF088-DD40-83B0-B04E-51573E8D468F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ECA8188-7D41-935B-E662-36FDAEC0EBF1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80A4FB6-0673-A03E-8804-DC53EB15D22B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341147C-1986-310B-672A-9491DF9DC992}"/>
              </a:ext>
            </a:extLst>
          </p:cNvPr>
          <p:cNvSpPr txBox="1"/>
          <p:nvPr userDrawn="1"/>
        </p:nvSpPr>
        <p:spPr>
          <a:xfrm>
            <a:off x="681166" y="6501327"/>
            <a:ext cx="72982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2026 F5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ACAA3A-F54B-0503-868A-0DF43AFCDF8D}"/>
              </a:ext>
            </a:extLst>
          </p:cNvPr>
          <p:cNvSpPr txBox="1"/>
          <p:nvPr userDrawn="1"/>
        </p:nvSpPr>
        <p:spPr>
          <a:xfrm>
            <a:off x="6803" y="6501327"/>
            <a:ext cx="567250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4" name="updated logo" descr="Logo&#10;&#10;Description automatically generated">
            <a:extLst>
              <a:ext uri="{FF2B5EF4-FFF2-40B4-BE49-F238E27FC236}">
                <a16:creationId xmlns:a16="http://schemas.microsoft.com/office/drawing/2014/main" id="{66930144-BADE-473F-643C-AB723FE9CA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3A9024EB-F417-4F54-4CC1-8FB3ED548A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0235A1A-1DF6-1B78-9F99-C5298509F67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2784086" y="0"/>
          <a:ext cx="982552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5638">
                  <a:extLst>
                    <a:ext uri="{9D8B030D-6E8A-4147-A177-3AD203B41FA5}">
                      <a16:colId xmlns:a16="http://schemas.microsoft.com/office/drawing/2014/main" val="2612666631"/>
                    </a:ext>
                  </a:extLst>
                </a:gridCol>
                <a:gridCol w="245638">
                  <a:extLst>
                    <a:ext uri="{9D8B030D-6E8A-4147-A177-3AD203B41FA5}">
                      <a16:colId xmlns:a16="http://schemas.microsoft.com/office/drawing/2014/main" val="632087406"/>
                    </a:ext>
                  </a:extLst>
                </a:gridCol>
                <a:gridCol w="244750">
                  <a:extLst>
                    <a:ext uri="{9D8B030D-6E8A-4147-A177-3AD203B41FA5}">
                      <a16:colId xmlns:a16="http://schemas.microsoft.com/office/drawing/2014/main" val="3768442156"/>
                    </a:ext>
                  </a:extLst>
                </a:gridCol>
                <a:gridCol w="246526">
                  <a:extLst>
                    <a:ext uri="{9D8B030D-6E8A-4147-A177-3AD203B41FA5}">
                      <a16:colId xmlns:a16="http://schemas.microsoft.com/office/drawing/2014/main" val="2575882035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B2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6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002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00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4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D6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57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A4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E0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C08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712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B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D7E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AF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C8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D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C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8D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3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20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AB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59C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22CB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17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E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7DB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1D6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61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B6C0999-449B-7EC6-0DA3-AA38988AA830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2373584" y="0"/>
          <a:ext cx="228918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2591791161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0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9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41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2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651861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6AAA353B-4225-4925-A76E-613DABA5B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8901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ack: Patter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666487-4E88-236C-F36C-EB0ACE0FAFBE}"/>
              </a:ext>
            </a:extLst>
          </p:cNvPr>
          <p:cNvSpPr/>
          <p:nvPr userDrawn="1"/>
        </p:nvSpPr>
        <p:spPr>
          <a:xfrm>
            <a:off x="1346425" y="96982"/>
            <a:ext cx="8939754" cy="6761018"/>
          </a:xfrm>
          <a:custGeom>
            <a:avLst/>
            <a:gdLst>
              <a:gd name="connsiteX0" fmla="*/ 1503815 w 8939754"/>
              <a:gd name="connsiteY0" fmla="*/ 0 h 6766560"/>
              <a:gd name="connsiteX1" fmla="*/ 7435940 w 8939754"/>
              <a:gd name="connsiteY1" fmla="*/ 0 h 6766560"/>
              <a:gd name="connsiteX2" fmla="*/ 7630557 w 8939754"/>
              <a:gd name="connsiteY2" fmla="*/ 176881 h 6766560"/>
              <a:gd name="connsiteX3" fmla="*/ 8939754 w 8939754"/>
              <a:gd name="connsiteY3" fmla="*/ 3337560 h 6766560"/>
              <a:gd name="connsiteX4" fmla="*/ 7475321 w 8939754"/>
              <a:gd name="connsiteY4" fmla="*/ 6646243 h 6766560"/>
              <a:gd name="connsiteX5" fmla="*/ 7336423 w 8939754"/>
              <a:gd name="connsiteY5" fmla="*/ 6766560 h 6766560"/>
              <a:gd name="connsiteX6" fmla="*/ 1603331 w 8939754"/>
              <a:gd name="connsiteY6" fmla="*/ 6766560 h 6766560"/>
              <a:gd name="connsiteX7" fmla="*/ 1464433 w 8939754"/>
              <a:gd name="connsiteY7" fmla="*/ 6646243 h 6766560"/>
              <a:gd name="connsiteX8" fmla="*/ 0 w 8939754"/>
              <a:gd name="connsiteY8" fmla="*/ 3337560 h 6766560"/>
              <a:gd name="connsiteX9" fmla="*/ 1309197 w 8939754"/>
              <a:gd name="connsiteY9" fmla="*/ 176881 h 6766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39754" h="6766560">
                <a:moveTo>
                  <a:pt x="1503815" y="0"/>
                </a:moveTo>
                <a:lnTo>
                  <a:pt x="7435940" y="0"/>
                </a:lnTo>
                <a:lnTo>
                  <a:pt x="7630557" y="176881"/>
                </a:lnTo>
                <a:cubicBezTo>
                  <a:pt x="8439446" y="985769"/>
                  <a:pt x="8939754" y="2103238"/>
                  <a:pt x="8939754" y="3337560"/>
                </a:cubicBezTo>
                <a:cubicBezTo>
                  <a:pt x="8939754" y="4649027"/>
                  <a:pt x="8374953" y="5828578"/>
                  <a:pt x="7475321" y="6646243"/>
                </a:cubicBezTo>
                <a:lnTo>
                  <a:pt x="7336423" y="6766560"/>
                </a:lnTo>
                <a:lnTo>
                  <a:pt x="1603331" y="6766560"/>
                </a:lnTo>
                <a:lnTo>
                  <a:pt x="1464433" y="6646243"/>
                </a:lnTo>
                <a:cubicBezTo>
                  <a:pt x="564801" y="5828578"/>
                  <a:pt x="0" y="4649027"/>
                  <a:pt x="0" y="3337560"/>
                </a:cubicBezTo>
                <a:cubicBezTo>
                  <a:pt x="0" y="2103238"/>
                  <a:pt x="500308" y="985769"/>
                  <a:pt x="1309197" y="176881"/>
                </a:cubicBezTo>
                <a:close/>
              </a:path>
            </a:pathLst>
          </a:custGeom>
          <a:solidFill>
            <a:srgbClr val="1D1D1D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C246434-E95A-E62F-C048-B52CD08D73C3}"/>
              </a:ext>
            </a:extLst>
          </p:cNvPr>
          <p:cNvSpPr/>
          <p:nvPr userDrawn="1"/>
        </p:nvSpPr>
        <p:spPr>
          <a:xfrm>
            <a:off x="1" y="96982"/>
            <a:ext cx="6929793" cy="6761018"/>
          </a:xfrm>
          <a:custGeom>
            <a:avLst/>
            <a:gdLst>
              <a:gd name="connsiteX0" fmla="*/ 0 w 6929793"/>
              <a:gd name="connsiteY0" fmla="*/ 0 h 6761018"/>
              <a:gd name="connsiteX1" fmla="*/ 5425979 w 6929793"/>
              <a:gd name="connsiteY1" fmla="*/ 0 h 6761018"/>
              <a:gd name="connsiteX2" fmla="*/ 5620596 w 6929793"/>
              <a:gd name="connsiteY2" fmla="*/ 176736 h 6761018"/>
              <a:gd name="connsiteX3" fmla="*/ 6929793 w 6929793"/>
              <a:gd name="connsiteY3" fmla="*/ 3334827 h 6761018"/>
              <a:gd name="connsiteX4" fmla="*/ 5465360 w 6929793"/>
              <a:gd name="connsiteY4" fmla="*/ 6640800 h 6761018"/>
              <a:gd name="connsiteX5" fmla="*/ 5326462 w 6929793"/>
              <a:gd name="connsiteY5" fmla="*/ 6761018 h 6761018"/>
              <a:gd name="connsiteX6" fmla="*/ 0 w 6929793"/>
              <a:gd name="connsiteY6" fmla="*/ 6761018 h 6761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29793" h="6761018">
                <a:moveTo>
                  <a:pt x="0" y="0"/>
                </a:moveTo>
                <a:lnTo>
                  <a:pt x="5425979" y="0"/>
                </a:lnTo>
                <a:lnTo>
                  <a:pt x="5620596" y="176736"/>
                </a:lnTo>
                <a:cubicBezTo>
                  <a:pt x="6429485" y="984962"/>
                  <a:pt x="6929793" y="2101516"/>
                  <a:pt x="6929793" y="3334827"/>
                </a:cubicBezTo>
                <a:cubicBezTo>
                  <a:pt x="6929793" y="4645220"/>
                  <a:pt x="6364992" y="5823804"/>
                  <a:pt x="5465360" y="6640800"/>
                </a:cubicBezTo>
                <a:lnTo>
                  <a:pt x="5326462" y="6761018"/>
                </a:lnTo>
                <a:lnTo>
                  <a:pt x="0" y="676101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C706BC-2671-42BA-B78B-426C50D7C0D7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black">
          <a:xfrm>
            <a:off x="495952" y="1162051"/>
            <a:ext cx="7415242" cy="2561626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rgbClr val="FEFEF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A2EF32F-0F8C-0AC1-F581-52C79F9B1A4B}"/>
              </a:ext>
            </a:extLst>
          </p:cNvPr>
          <p:cNvSpPr>
            <a:spLocks noGrp="1"/>
          </p:cNvSpPr>
          <p:nvPr>
            <p:ph type="body" idx="1"/>
          </p:nvPr>
        </p:nvSpPr>
        <p:spPr bwMode="black">
          <a:xfrm>
            <a:off x="495952" y="3762096"/>
            <a:ext cx="7453993" cy="25616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spc="0" baseline="0">
                <a:solidFill>
                  <a:srgbClr val="FEFEF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95A00DB-5E8A-250D-1769-E139D0E20FAC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4D0E535-8F3D-C219-6726-51F7E5488390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5589C72-73F6-FAE9-4376-5BD96D2C0474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75DBF3D-B2F3-EBF9-F6F5-F4B088A9308C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53ECCBB-6A2B-01EE-45E6-59EE0E97F641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296BCA2-46AC-0C36-4F02-7E7C5EB280BA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BC5543D-8433-1B78-0468-CB63D4399ECF}"/>
              </a:ext>
            </a:extLst>
          </p:cNvPr>
          <p:cNvSpPr txBox="1"/>
          <p:nvPr userDrawn="1"/>
        </p:nvSpPr>
        <p:spPr>
          <a:xfrm>
            <a:off x="681166" y="6501327"/>
            <a:ext cx="72982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2026 F5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435DDF-7FD5-F753-AE33-64B544311B7B}"/>
              </a:ext>
            </a:extLst>
          </p:cNvPr>
          <p:cNvSpPr txBox="1"/>
          <p:nvPr userDrawn="1"/>
        </p:nvSpPr>
        <p:spPr>
          <a:xfrm>
            <a:off x="6803" y="6501327"/>
            <a:ext cx="567250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5" name="updated logo" descr="Logo&#10;&#10;Description automatically generated">
            <a:extLst>
              <a:ext uri="{FF2B5EF4-FFF2-40B4-BE49-F238E27FC236}">
                <a16:creationId xmlns:a16="http://schemas.microsoft.com/office/drawing/2014/main" id="{A7455850-7848-B00F-C545-088C404EA3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7B0766A4-FA80-C9A2-DC88-BA1CA1BF9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194B85F-A196-5679-9B4B-3160A19D25CD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2784086" y="0"/>
          <a:ext cx="982552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5638">
                  <a:extLst>
                    <a:ext uri="{9D8B030D-6E8A-4147-A177-3AD203B41FA5}">
                      <a16:colId xmlns:a16="http://schemas.microsoft.com/office/drawing/2014/main" val="2612666631"/>
                    </a:ext>
                  </a:extLst>
                </a:gridCol>
                <a:gridCol w="245638">
                  <a:extLst>
                    <a:ext uri="{9D8B030D-6E8A-4147-A177-3AD203B41FA5}">
                      <a16:colId xmlns:a16="http://schemas.microsoft.com/office/drawing/2014/main" val="632087406"/>
                    </a:ext>
                  </a:extLst>
                </a:gridCol>
                <a:gridCol w="244750">
                  <a:extLst>
                    <a:ext uri="{9D8B030D-6E8A-4147-A177-3AD203B41FA5}">
                      <a16:colId xmlns:a16="http://schemas.microsoft.com/office/drawing/2014/main" val="3768442156"/>
                    </a:ext>
                  </a:extLst>
                </a:gridCol>
                <a:gridCol w="246526">
                  <a:extLst>
                    <a:ext uri="{9D8B030D-6E8A-4147-A177-3AD203B41FA5}">
                      <a16:colId xmlns:a16="http://schemas.microsoft.com/office/drawing/2014/main" val="2575882035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B2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6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002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00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4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D6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57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A4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E0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C08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712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B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D7E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AF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C8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D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C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8D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3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20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AB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59C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22CB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17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E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7DB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1D6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61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59B6822-D0F5-6D79-41E3-43D22D9AEBCB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2373584" y="0"/>
          <a:ext cx="228918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2591791161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0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9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41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2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927701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ack: Solid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706BC-2671-42BA-B78B-426C50D7C0D7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black">
          <a:xfrm>
            <a:off x="495952" y="1162051"/>
            <a:ext cx="7415242" cy="2561626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rgbClr val="FEFEF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7E08A2D-0DB6-4F18-9655-DEE6026EA71B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 bwMode="black">
          <a:xfrm>
            <a:off x="495952" y="3762096"/>
            <a:ext cx="7453993" cy="25616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spc="0" baseline="0">
                <a:solidFill>
                  <a:srgbClr val="FEFEF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F86E961-39B3-E4D1-01E7-15ED8238C66D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D63A0EA-9012-44FF-CCA4-08E09A4EAED3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6C8180-62B4-EF7D-D5ED-C5BE0B69F7DB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BE0F3DF-5A1E-0141-C128-B03AD7BC4BE4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B5F93E7-A457-F94E-825E-14B14BDB3FB2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70CCDB0-39D6-3D94-0A5A-DB16AB2DA24E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2C0346C-5AD9-1525-EF22-6C539C1961FB}"/>
              </a:ext>
            </a:extLst>
          </p:cNvPr>
          <p:cNvSpPr txBox="1"/>
          <p:nvPr userDrawn="1"/>
        </p:nvSpPr>
        <p:spPr>
          <a:xfrm>
            <a:off x="681166" y="6501327"/>
            <a:ext cx="72982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2026 F5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932C56-9117-344E-1CF8-F78971028199}"/>
              </a:ext>
            </a:extLst>
          </p:cNvPr>
          <p:cNvSpPr txBox="1"/>
          <p:nvPr userDrawn="1"/>
        </p:nvSpPr>
        <p:spPr>
          <a:xfrm>
            <a:off x="6803" y="6501327"/>
            <a:ext cx="567250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5" name="updated logo" descr="Logo&#10;&#10;Description automatically generated">
            <a:extLst>
              <a:ext uri="{FF2B5EF4-FFF2-40B4-BE49-F238E27FC236}">
                <a16:creationId xmlns:a16="http://schemas.microsoft.com/office/drawing/2014/main" id="{5AE5A1E4-EA18-37FE-20F5-7EC9685D2A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100A5A47-5AA8-0236-0AAD-020DF9371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CE0C22E-5420-FB83-922A-D2D7BF13E839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2784086" y="0"/>
          <a:ext cx="982552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5638">
                  <a:extLst>
                    <a:ext uri="{9D8B030D-6E8A-4147-A177-3AD203B41FA5}">
                      <a16:colId xmlns:a16="http://schemas.microsoft.com/office/drawing/2014/main" val="2612666631"/>
                    </a:ext>
                  </a:extLst>
                </a:gridCol>
                <a:gridCol w="245638">
                  <a:extLst>
                    <a:ext uri="{9D8B030D-6E8A-4147-A177-3AD203B41FA5}">
                      <a16:colId xmlns:a16="http://schemas.microsoft.com/office/drawing/2014/main" val="632087406"/>
                    </a:ext>
                  </a:extLst>
                </a:gridCol>
                <a:gridCol w="244750">
                  <a:extLst>
                    <a:ext uri="{9D8B030D-6E8A-4147-A177-3AD203B41FA5}">
                      <a16:colId xmlns:a16="http://schemas.microsoft.com/office/drawing/2014/main" val="3768442156"/>
                    </a:ext>
                  </a:extLst>
                </a:gridCol>
                <a:gridCol w="246526">
                  <a:extLst>
                    <a:ext uri="{9D8B030D-6E8A-4147-A177-3AD203B41FA5}">
                      <a16:colId xmlns:a16="http://schemas.microsoft.com/office/drawing/2014/main" val="2575882035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B2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6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002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00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4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D6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57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A4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E0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C08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712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B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D7E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AF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C8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D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C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8D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3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20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AB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59C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22CB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17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E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7DB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1D6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61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B5BC456-14F7-DFD7-DF88-535C0FB870C0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2373584" y="0"/>
          <a:ext cx="228918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2591791161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0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9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41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2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183786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hite: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706BC-2671-42BA-B78B-426C50D7C0D7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black">
          <a:xfrm>
            <a:off x="495952" y="1162051"/>
            <a:ext cx="7415242" cy="2561626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7E08A2D-0DB6-4F18-9655-DEE6026EA71B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 bwMode="black">
          <a:xfrm>
            <a:off x="495952" y="3762096"/>
            <a:ext cx="7453993" cy="25616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spc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5A32487A-978B-42EA-42D2-DD98020A52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33807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4AA43A5-A90B-3D9A-F983-00C60EDD704A}"/>
              </a:ext>
            </a:extLst>
          </p:cNvPr>
          <p:cNvSpPr/>
          <p:nvPr userDrawn="1"/>
        </p:nvSpPr>
        <p:spPr>
          <a:xfrm>
            <a:off x="1626123" y="96982"/>
            <a:ext cx="8939754" cy="6761018"/>
          </a:xfrm>
          <a:custGeom>
            <a:avLst/>
            <a:gdLst>
              <a:gd name="connsiteX0" fmla="*/ 1503815 w 8939754"/>
              <a:gd name="connsiteY0" fmla="*/ 0 h 6766560"/>
              <a:gd name="connsiteX1" fmla="*/ 7435940 w 8939754"/>
              <a:gd name="connsiteY1" fmla="*/ 0 h 6766560"/>
              <a:gd name="connsiteX2" fmla="*/ 7630557 w 8939754"/>
              <a:gd name="connsiteY2" fmla="*/ 176881 h 6766560"/>
              <a:gd name="connsiteX3" fmla="*/ 8939754 w 8939754"/>
              <a:gd name="connsiteY3" fmla="*/ 3337560 h 6766560"/>
              <a:gd name="connsiteX4" fmla="*/ 7475321 w 8939754"/>
              <a:gd name="connsiteY4" fmla="*/ 6646243 h 6766560"/>
              <a:gd name="connsiteX5" fmla="*/ 7336423 w 8939754"/>
              <a:gd name="connsiteY5" fmla="*/ 6766560 h 6766560"/>
              <a:gd name="connsiteX6" fmla="*/ 1603331 w 8939754"/>
              <a:gd name="connsiteY6" fmla="*/ 6766560 h 6766560"/>
              <a:gd name="connsiteX7" fmla="*/ 1464433 w 8939754"/>
              <a:gd name="connsiteY7" fmla="*/ 6646243 h 6766560"/>
              <a:gd name="connsiteX8" fmla="*/ 0 w 8939754"/>
              <a:gd name="connsiteY8" fmla="*/ 3337560 h 6766560"/>
              <a:gd name="connsiteX9" fmla="*/ 1309197 w 8939754"/>
              <a:gd name="connsiteY9" fmla="*/ 176881 h 6766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39754" h="6766560">
                <a:moveTo>
                  <a:pt x="1503815" y="0"/>
                </a:moveTo>
                <a:lnTo>
                  <a:pt x="7435940" y="0"/>
                </a:lnTo>
                <a:lnTo>
                  <a:pt x="7630557" y="176881"/>
                </a:lnTo>
                <a:cubicBezTo>
                  <a:pt x="8439446" y="985769"/>
                  <a:pt x="8939754" y="2103238"/>
                  <a:pt x="8939754" y="3337560"/>
                </a:cubicBezTo>
                <a:cubicBezTo>
                  <a:pt x="8939754" y="4649027"/>
                  <a:pt x="8374953" y="5828578"/>
                  <a:pt x="7475321" y="6646243"/>
                </a:cubicBezTo>
                <a:lnTo>
                  <a:pt x="7336423" y="6766560"/>
                </a:lnTo>
                <a:lnTo>
                  <a:pt x="1603331" y="6766560"/>
                </a:lnTo>
                <a:lnTo>
                  <a:pt x="1464433" y="6646243"/>
                </a:lnTo>
                <a:cubicBezTo>
                  <a:pt x="564801" y="5828578"/>
                  <a:pt x="0" y="4649027"/>
                  <a:pt x="0" y="3337560"/>
                </a:cubicBezTo>
                <a:cubicBezTo>
                  <a:pt x="0" y="2103238"/>
                  <a:pt x="500308" y="985769"/>
                  <a:pt x="1309197" y="17688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543B27-30F5-49F3-A344-80EEF4BE7A1D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57199" y="457200"/>
            <a:ext cx="11273866" cy="578815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4000" b="1" kern="100" spc="-100" baseline="0" dirty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0" indent="0" algn="ctr">
              <a:lnSpc>
                <a:spcPct val="85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US" sz="1800" b="1" kern="100" cap="none" spc="-2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3pPr>
            <a:lvl4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4pPr>
            <a:lvl5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5pPr>
            <a:lvl6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6pPr>
            <a:lvl7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7pPr>
            <a:lvl8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8pPr>
            <a:lvl9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70CB8AC-D539-DE97-0F65-2740FEE72374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CB1F454-A99C-98B3-243F-72F377EC4EFA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2328DF9-23BC-38C0-B2DE-E3FDC44823B1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196B620-E27E-C348-13D3-3477BED26CCA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BBB20E2-6801-DE73-67F2-73558F35CF74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A6985D3-1B19-6FD7-4785-30CB78417B26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54CD753-F7B3-12D6-7E6E-FD8273183A50}"/>
              </a:ext>
            </a:extLst>
          </p:cNvPr>
          <p:cNvSpPr txBox="1"/>
          <p:nvPr userDrawn="1"/>
        </p:nvSpPr>
        <p:spPr>
          <a:xfrm>
            <a:off x="681166" y="6501327"/>
            <a:ext cx="72982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2026 F5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A56786-6EA4-D57D-44B0-E61C1BBADC55}"/>
              </a:ext>
            </a:extLst>
          </p:cNvPr>
          <p:cNvSpPr txBox="1"/>
          <p:nvPr userDrawn="1"/>
        </p:nvSpPr>
        <p:spPr>
          <a:xfrm>
            <a:off x="6803" y="6501327"/>
            <a:ext cx="567250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5" name="updated logo" descr="Logo&#10;&#10;Description automatically generated">
            <a:extLst>
              <a:ext uri="{FF2B5EF4-FFF2-40B4-BE49-F238E27FC236}">
                <a16:creationId xmlns:a16="http://schemas.microsoft.com/office/drawing/2014/main" id="{42FF80E6-CD7B-8DDF-A9E7-745BC5B73E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6F8CE10D-0897-EBB7-3CB9-5C8F6C8A14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FC8A696-5457-4FC4-211D-2E911B795363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2784086" y="0"/>
          <a:ext cx="982552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5638">
                  <a:extLst>
                    <a:ext uri="{9D8B030D-6E8A-4147-A177-3AD203B41FA5}">
                      <a16:colId xmlns:a16="http://schemas.microsoft.com/office/drawing/2014/main" val="2612666631"/>
                    </a:ext>
                  </a:extLst>
                </a:gridCol>
                <a:gridCol w="245638">
                  <a:extLst>
                    <a:ext uri="{9D8B030D-6E8A-4147-A177-3AD203B41FA5}">
                      <a16:colId xmlns:a16="http://schemas.microsoft.com/office/drawing/2014/main" val="632087406"/>
                    </a:ext>
                  </a:extLst>
                </a:gridCol>
                <a:gridCol w="244750">
                  <a:extLst>
                    <a:ext uri="{9D8B030D-6E8A-4147-A177-3AD203B41FA5}">
                      <a16:colId xmlns:a16="http://schemas.microsoft.com/office/drawing/2014/main" val="3768442156"/>
                    </a:ext>
                  </a:extLst>
                </a:gridCol>
                <a:gridCol w="246526">
                  <a:extLst>
                    <a:ext uri="{9D8B030D-6E8A-4147-A177-3AD203B41FA5}">
                      <a16:colId xmlns:a16="http://schemas.microsoft.com/office/drawing/2014/main" val="2575882035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B2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6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002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00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4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D6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57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A4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E0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C08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712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B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D7E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AF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C8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D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C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8D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3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20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AB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59C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22CB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17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E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7DB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1D6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61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B97109A-9395-6476-D443-3237EA4021EB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2373584" y="0"/>
          <a:ext cx="228918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2591791161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0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9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41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2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679948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ED9A867-C5AA-2B74-C729-7D33289C939C}"/>
              </a:ext>
            </a:extLst>
          </p:cNvPr>
          <p:cNvSpPr/>
          <p:nvPr userDrawn="1"/>
        </p:nvSpPr>
        <p:spPr>
          <a:xfrm>
            <a:off x="1626123" y="96982"/>
            <a:ext cx="8939754" cy="6761018"/>
          </a:xfrm>
          <a:custGeom>
            <a:avLst/>
            <a:gdLst>
              <a:gd name="connsiteX0" fmla="*/ 1503815 w 8939754"/>
              <a:gd name="connsiteY0" fmla="*/ 0 h 6766560"/>
              <a:gd name="connsiteX1" fmla="*/ 7435940 w 8939754"/>
              <a:gd name="connsiteY1" fmla="*/ 0 h 6766560"/>
              <a:gd name="connsiteX2" fmla="*/ 7630557 w 8939754"/>
              <a:gd name="connsiteY2" fmla="*/ 176881 h 6766560"/>
              <a:gd name="connsiteX3" fmla="*/ 8939754 w 8939754"/>
              <a:gd name="connsiteY3" fmla="*/ 3337560 h 6766560"/>
              <a:gd name="connsiteX4" fmla="*/ 7475321 w 8939754"/>
              <a:gd name="connsiteY4" fmla="*/ 6646243 h 6766560"/>
              <a:gd name="connsiteX5" fmla="*/ 7336423 w 8939754"/>
              <a:gd name="connsiteY5" fmla="*/ 6766560 h 6766560"/>
              <a:gd name="connsiteX6" fmla="*/ 1603331 w 8939754"/>
              <a:gd name="connsiteY6" fmla="*/ 6766560 h 6766560"/>
              <a:gd name="connsiteX7" fmla="*/ 1464433 w 8939754"/>
              <a:gd name="connsiteY7" fmla="*/ 6646243 h 6766560"/>
              <a:gd name="connsiteX8" fmla="*/ 0 w 8939754"/>
              <a:gd name="connsiteY8" fmla="*/ 3337560 h 6766560"/>
              <a:gd name="connsiteX9" fmla="*/ 1309197 w 8939754"/>
              <a:gd name="connsiteY9" fmla="*/ 176881 h 6766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39754" h="6766560">
                <a:moveTo>
                  <a:pt x="1503815" y="0"/>
                </a:moveTo>
                <a:lnTo>
                  <a:pt x="7435940" y="0"/>
                </a:lnTo>
                <a:lnTo>
                  <a:pt x="7630557" y="176881"/>
                </a:lnTo>
                <a:cubicBezTo>
                  <a:pt x="8439446" y="985769"/>
                  <a:pt x="8939754" y="2103238"/>
                  <a:pt x="8939754" y="3337560"/>
                </a:cubicBezTo>
                <a:cubicBezTo>
                  <a:pt x="8939754" y="4649027"/>
                  <a:pt x="8374953" y="5828578"/>
                  <a:pt x="7475321" y="6646243"/>
                </a:cubicBezTo>
                <a:lnTo>
                  <a:pt x="7336423" y="6766560"/>
                </a:lnTo>
                <a:lnTo>
                  <a:pt x="1603331" y="6766560"/>
                </a:lnTo>
                <a:lnTo>
                  <a:pt x="1464433" y="6646243"/>
                </a:lnTo>
                <a:cubicBezTo>
                  <a:pt x="564801" y="5828578"/>
                  <a:pt x="0" y="4649027"/>
                  <a:pt x="0" y="3337560"/>
                </a:cubicBezTo>
                <a:cubicBezTo>
                  <a:pt x="0" y="2103238"/>
                  <a:pt x="500308" y="985769"/>
                  <a:pt x="1309197" y="17688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543B27-30F5-49F3-A344-80EEF4BE7A1D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57199" y="457200"/>
            <a:ext cx="11273866" cy="578815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4000" b="1" kern="100" spc="-100" baseline="0" dirty="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0" indent="0" algn="ctr">
              <a:lnSpc>
                <a:spcPct val="85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US" sz="1800" b="1" kern="100" cap="none" spc="-2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3pPr>
            <a:lvl4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4pPr>
            <a:lvl5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5pPr>
            <a:lvl6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6pPr>
            <a:lvl7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7pPr>
            <a:lvl8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8pPr>
            <a:lvl9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9C64B7AB-DE60-1A35-EA27-073245889C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79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6093265" y="0"/>
            <a:ext cx="609873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8AD9881D-B00A-4247-8DF7-BEE9578ADBC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093265" y="94488"/>
            <a:ext cx="6098736" cy="6763511"/>
          </a:xfrm>
          <a:prstGeom prst="rect">
            <a:avLst/>
          </a:prstGeom>
          <a:noFill/>
        </p:spPr>
        <p:txBody>
          <a:bodyPr lIns="274320" tIns="274320" rIns="274320" bIns="274320"/>
          <a:lstStyle>
            <a:lvl1pPr algn="ctr">
              <a:buNone/>
              <a:defRPr sz="1800"/>
            </a:lvl1pPr>
          </a:lstStyle>
          <a:p>
            <a:r>
              <a:rPr lang="en-US"/>
              <a:t>Click icon below to insert a photo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CB74AC72-DDAB-49D1-8286-ABBA64795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9223" y="1967113"/>
            <a:ext cx="5164134" cy="4319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70FF31-9141-4408-B4D2-D6D12498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5176157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B912C96-7BFB-081C-AE15-178F5E555C5E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4B6A66B-5082-846E-F1EC-3B573D7E77AE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2315542-4D76-6E75-9007-88B2A873232E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9F2FF74-A6E8-772C-19C1-81EC7EEB6A01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D5676C7-C608-32BD-C7F7-DF276A07ED04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31A66C7-0733-810F-308C-DC8CC6857B79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pic>
        <p:nvPicPr>
          <p:cNvPr id="9" name="updated logo" descr="Logo&#10;&#10;Description automatically generated">
            <a:extLst>
              <a:ext uri="{FF2B5EF4-FFF2-40B4-BE49-F238E27FC236}">
                <a16:creationId xmlns:a16="http://schemas.microsoft.com/office/drawing/2014/main" id="{EF3D484E-C307-C627-4DDF-BBCAF4B27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25" name="Footer Placeholder 10">
            <a:extLst>
              <a:ext uri="{FF2B5EF4-FFF2-40B4-BE49-F238E27FC236}">
                <a16:creationId xmlns:a16="http://schemas.microsoft.com/office/drawing/2014/main" id="{D4220D5E-92C1-ABC8-BEF5-DE9A74C4A9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85926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193922-250C-D740-A91E-0F1BF41B61A8}"/>
              </a:ext>
            </a:extLst>
          </p:cNvPr>
          <p:cNvSpPr/>
          <p:nvPr userDrawn="1"/>
        </p:nvSpPr>
        <p:spPr>
          <a:xfrm>
            <a:off x="0" y="0"/>
            <a:ext cx="609873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2524182-F3AA-A449-A811-1F42DD3BE45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0" y="91440"/>
            <a:ext cx="6098736" cy="6766559"/>
          </a:xfrm>
          <a:prstGeom prst="rect">
            <a:avLst/>
          </a:prstGeom>
          <a:noFill/>
        </p:spPr>
        <p:txBody>
          <a:bodyPr lIns="274320" tIns="274320" rIns="274320" bIns="274320"/>
          <a:lstStyle>
            <a:lvl1pPr algn="ctr">
              <a:buNone/>
              <a:defRPr sz="1800"/>
            </a:lvl1pPr>
          </a:lstStyle>
          <a:p>
            <a:r>
              <a:rPr lang="en-US"/>
              <a:t>Click icon below to insert a photo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3477760C-3274-4510-B4C1-514FA1F1F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70667" y="1967113"/>
            <a:ext cx="5164134" cy="43193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10EF53-26EC-4206-AAE1-524C87D74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7616" y="457200"/>
            <a:ext cx="5176215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EEF220-FA5A-CA78-AD48-AA9A8689E5C6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41951C-B5CE-45C7-EBBB-804D74DC27B6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E723D69-BBF9-7038-9814-944F3AADCD33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0DCDEF5-AC3F-20DD-EDCD-1416AC0DEA27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1DF92A7-082B-8AA8-6EDC-AA8D5E2BE632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2FBF9D9-B171-8A86-292F-712E35573C0F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pic>
        <p:nvPicPr>
          <p:cNvPr id="2" name="updated logo" descr="Logo&#10;&#10;Description automatically generated">
            <a:extLst>
              <a:ext uri="{FF2B5EF4-FFF2-40B4-BE49-F238E27FC236}">
                <a16:creationId xmlns:a16="http://schemas.microsoft.com/office/drawing/2014/main" id="{16BFBCE4-24DF-237F-AF27-4B65CC6644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8B1178-F627-6B17-CB4B-B777FF144F2C}"/>
              </a:ext>
            </a:extLst>
          </p:cNvPr>
          <p:cNvSpPr txBox="1"/>
          <p:nvPr userDrawn="1"/>
        </p:nvSpPr>
        <p:spPr>
          <a:xfrm>
            <a:off x="681166" y="6501327"/>
            <a:ext cx="72982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2026 F5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4E246F-C71F-8870-5D07-2501110D1D0F}"/>
              </a:ext>
            </a:extLst>
          </p:cNvPr>
          <p:cNvSpPr txBox="1"/>
          <p:nvPr userDrawn="1"/>
        </p:nvSpPr>
        <p:spPr>
          <a:xfrm>
            <a:off x="6803" y="6501327"/>
            <a:ext cx="567250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C91945D4-7E70-94BC-A1EF-282272F08C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B4A3E4F-8079-2ED4-9542-18CF830BFF12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2784086" y="0"/>
          <a:ext cx="982552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5638">
                  <a:extLst>
                    <a:ext uri="{9D8B030D-6E8A-4147-A177-3AD203B41FA5}">
                      <a16:colId xmlns:a16="http://schemas.microsoft.com/office/drawing/2014/main" val="2612666631"/>
                    </a:ext>
                  </a:extLst>
                </a:gridCol>
                <a:gridCol w="245638">
                  <a:extLst>
                    <a:ext uri="{9D8B030D-6E8A-4147-A177-3AD203B41FA5}">
                      <a16:colId xmlns:a16="http://schemas.microsoft.com/office/drawing/2014/main" val="632087406"/>
                    </a:ext>
                  </a:extLst>
                </a:gridCol>
                <a:gridCol w="244750">
                  <a:extLst>
                    <a:ext uri="{9D8B030D-6E8A-4147-A177-3AD203B41FA5}">
                      <a16:colId xmlns:a16="http://schemas.microsoft.com/office/drawing/2014/main" val="3768442156"/>
                    </a:ext>
                  </a:extLst>
                </a:gridCol>
                <a:gridCol w="246526">
                  <a:extLst>
                    <a:ext uri="{9D8B030D-6E8A-4147-A177-3AD203B41FA5}">
                      <a16:colId xmlns:a16="http://schemas.microsoft.com/office/drawing/2014/main" val="2575882035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B2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6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002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00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4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D6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57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A4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E0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C08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712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B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D7E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AF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C8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D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C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8D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3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20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AB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59C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22CB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17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E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7DB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1D6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61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F82995A-CACD-3245-7C84-1369D25D0510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2373584" y="0"/>
          <a:ext cx="228918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2591791161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0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9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41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2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499529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debar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5FDF3E6-324E-4875-8242-D42D701A6E9E}"/>
              </a:ext>
            </a:extLst>
          </p:cNvPr>
          <p:cNvSpPr/>
          <p:nvPr userDrawn="1"/>
        </p:nvSpPr>
        <p:spPr bwMode="ltGray"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A61974F-83C6-4B8C-A611-F52ADE4EAD7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590906" y="457200"/>
            <a:ext cx="5140845" cy="58293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E8E56E7-3501-43C0-8E56-CED7C59FB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223" y="1967112"/>
            <a:ext cx="4856688" cy="4139385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CAC042-5DC9-4769-B7E8-FF597DC94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5176215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75A6F55-7E74-484F-0D2A-89792DF695BD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7F009D-18A8-9480-63E9-49A4C631CE41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6E2585F-0EF1-6E26-7EB2-560787C1FCF7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FBF0503-76AC-BAC5-A167-2EA9950F5E3F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B1BE4E1-5203-A918-C55D-E896CE407F47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C654E6E-667F-EE08-E265-ED837282AC93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pic>
        <p:nvPicPr>
          <p:cNvPr id="3" name="updated logo" descr="Logo&#10;&#10;Description automatically generated">
            <a:extLst>
              <a:ext uri="{FF2B5EF4-FFF2-40B4-BE49-F238E27FC236}">
                <a16:creationId xmlns:a16="http://schemas.microsoft.com/office/drawing/2014/main" id="{E102DA0F-48D6-B255-D1A6-378331EEFB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40A35C-E86C-13BD-459D-BF361112F654}"/>
              </a:ext>
            </a:extLst>
          </p:cNvPr>
          <p:cNvSpPr txBox="1"/>
          <p:nvPr userDrawn="1"/>
        </p:nvSpPr>
        <p:spPr>
          <a:xfrm>
            <a:off x="681166" y="6501327"/>
            <a:ext cx="72982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2026 F5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1865C6-0F13-B58A-8F32-80B26C6D3917}"/>
              </a:ext>
            </a:extLst>
          </p:cNvPr>
          <p:cNvSpPr txBox="1"/>
          <p:nvPr userDrawn="1"/>
        </p:nvSpPr>
        <p:spPr>
          <a:xfrm>
            <a:off x="6803" y="6501327"/>
            <a:ext cx="567250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7C95A9FF-E124-B756-23C9-33866DECF0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55995E7-66F7-F945-ED58-65F826EA7B28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2784086" y="0"/>
          <a:ext cx="982552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5638">
                  <a:extLst>
                    <a:ext uri="{9D8B030D-6E8A-4147-A177-3AD203B41FA5}">
                      <a16:colId xmlns:a16="http://schemas.microsoft.com/office/drawing/2014/main" val="2612666631"/>
                    </a:ext>
                  </a:extLst>
                </a:gridCol>
                <a:gridCol w="245638">
                  <a:extLst>
                    <a:ext uri="{9D8B030D-6E8A-4147-A177-3AD203B41FA5}">
                      <a16:colId xmlns:a16="http://schemas.microsoft.com/office/drawing/2014/main" val="632087406"/>
                    </a:ext>
                  </a:extLst>
                </a:gridCol>
                <a:gridCol w="244750">
                  <a:extLst>
                    <a:ext uri="{9D8B030D-6E8A-4147-A177-3AD203B41FA5}">
                      <a16:colId xmlns:a16="http://schemas.microsoft.com/office/drawing/2014/main" val="3768442156"/>
                    </a:ext>
                  </a:extLst>
                </a:gridCol>
                <a:gridCol w="246526">
                  <a:extLst>
                    <a:ext uri="{9D8B030D-6E8A-4147-A177-3AD203B41FA5}">
                      <a16:colId xmlns:a16="http://schemas.microsoft.com/office/drawing/2014/main" val="2575882035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B2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6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002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00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4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D6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57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A4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E0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C08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712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B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D7E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AF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C8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D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C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8D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3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20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AB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59C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22CB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17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E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7DB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1D6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61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B34E0BE-ABCB-77F1-FF51-66A8911BEFB6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2373584" y="0"/>
          <a:ext cx="228918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2591791161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0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9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41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2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169041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One-third Highlight_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8111905" y="81480"/>
            <a:ext cx="4080095" cy="6776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CB74AC72-DDAB-49D1-8286-ABBA64795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9223" y="1967113"/>
            <a:ext cx="7310618" cy="44270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84C2779-5F96-4963-ABA1-52B1DEDACA1F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57200" y="1256758"/>
            <a:ext cx="7327720" cy="246221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cap="none" spc="0" baseline="0">
                <a:solidFill>
                  <a:srgbClr val="7D7D7D"/>
                </a:solidFill>
                <a:latin typeface="+mn-lt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70FF31-9141-4408-B4D2-D6D12498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27638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06DCBC5-C73E-20C1-38F7-55313259024B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81A05D1-1AE5-3CAE-9C89-455027220F54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F9BDBB0-C30C-605D-80D8-F276530ED860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81AE5B-6C5F-3BCB-7D96-B7B44DA1D3F0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5650CA4-CA88-6CF9-CFED-14017E1A1701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642E34F-22F6-5410-B68E-619C91173421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pic>
        <p:nvPicPr>
          <p:cNvPr id="2" name="updated logo" descr="Logo&#10;&#10;Description automatically generated">
            <a:extLst>
              <a:ext uri="{FF2B5EF4-FFF2-40B4-BE49-F238E27FC236}">
                <a16:creationId xmlns:a16="http://schemas.microsoft.com/office/drawing/2014/main" id="{E7DA9C66-C570-22F3-EC55-1365E49B73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20" name="Footer Placeholder 10">
            <a:extLst>
              <a:ext uri="{FF2B5EF4-FFF2-40B4-BE49-F238E27FC236}">
                <a16:creationId xmlns:a16="http://schemas.microsoft.com/office/drawing/2014/main" id="{3AC2265A-ABD9-F249-41B7-4C1057124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4724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one-third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0" y="0"/>
            <a:ext cx="406095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CB74AC72-DDAB-49D1-8286-ABBA64795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419467" y="1967113"/>
            <a:ext cx="7310618" cy="4319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70FF31-9141-4408-B4D2-D6D12498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7444" y="457200"/>
            <a:ext cx="7327638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089D7AF-E5B3-F6ED-91CE-E2424977ED35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C004FB0-06CF-3C02-8B15-CCC6648AFED9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C22A5B8-4DE5-CA41-AA30-F74AB1A882FF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B9676A2-094F-AA54-1AE7-4D6F164DA720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8CC2DB0-D9D4-BCFD-7DFD-D991D61BE2F8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4867625-4D50-E352-5795-78CB99DCACC4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DA65EE0-E6D4-7118-69D7-8B83B7C8CB68}"/>
              </a:ext>
            </a:extLst>
          </p:cNvPr>
          <p:cNvSpPr txBox="1"/>
          <p:nvPr userDrawn="1"/>
        </p:nvSpPr>
        <p:spPr>
          <a:xfrm>
            <a:off x="681166" y="6501327"/>
            <a:ext cx="72982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2026 F5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52453D-A87A-C124-BF6B-547474D3ED90}"/>
              </a:ext>
            </a:extLst>
          </p:cNvPr>
          <p:cNvSpPr txBox="1"/>
          <p:nvPr userDrawn="1"/>
        </p:nvSpPr>
        <p:spPr>
          <a:xfrm>
            <a:off x="6803" y="6501327"/>
            <a:ext cx="567250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79C5D91F-A028-AB2F-DC45-D760C96E69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5198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2/3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4060953" y="0"/>
            <a:ext cx="8131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8AD9881D-B00A-4247-8DF7-BEE9578ADBC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060953" y="94488"/>
            <a:ext cx="8131048" cy="6763511"/>
          </a:xfrm>
          <a:prstGeom prst="rect">
            <a:avLst/>
          </a:prstGeom>
          <a:noFill/>
        </p:spPr>
        <p:txBody>
          <a:bodyPr lIns="274320" tIns="274320" rIns="274320" bIns="274320"/>
          <a:lstStyle>
            <a:lvl1pPr algn="ctr">
              <a:buNone/>
              <a:defRPr sz="1800"/>
            </a:lvl1pPr>
          </a:lstStyle>
          <a:p>
            <a:r>
              <a:rPr lang="en-US"/>
              <a:t>Click icon below to insert a photo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3D166EA-F33C-6238-1BA1-ABA9956EBCB1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B5135D-ABB3-86BC-D55B-E83407772E11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1D78E6-2FE5-EAB1-0DCB-5C2A3B279930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4E8C0B-2D09-B673-5B66-38E16946CF9E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F36892A-C2CD-2057-0286-7DFCF4561E02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D66C278-2DE9-5430-464C-D046A5C0C6B6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pic>
        <p:nvPicPr>
          <p:cNvPr id="2" name="updated logo" descr="Logo&#10;&#10;Description automatically generated">
            <a:extLst>
              <a:ext uri="{FF2B5EF4-FFF2-40B4-BE49-F238E27FC236}">
                <a16:creationId xmlns:a16="http://schemas.microsoft.com/office/drawing/2014/main" id="{7A503BAE-8DE9-801E-E591-0D9A9AF1FE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9244EF5B-C303-EC5A-303A-9A87854C4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62205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2/3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193922-250C-D740-A91E-0F1BF41B61A8}"/>
              </a:ext>
            </a:extLst>
          </p:cNvPr>
          <p:cNvSpPr/>
          <p:nvPr userDrawn="1"/>
        </p:nvSpPr>
        <p:spPr>
          <a:xfrm>
            <a:off x="-1" y="0"/>
            <a:ext cx="810995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2524182-F3AA-A449-A811-1F42DD3BE45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0" y="91440"/>
            <a:ext cx="8109958" cy="6766559"/>
          </a:xfrm>
          <a:prstGeom prst="rect">
            <a:avLst/>
          </a:prstGeom>
          <a:noFill/>
        </p:spPr>
        <p:txBody>
          <a:bodyPr lIns="274320" tIns="274320" rIns="274320" bIns="274320"/>
          <a:lstStyle>
            <a:lvl1pPr algn="ctr">
              <a:buNone/>
              <a:defRPr sz="1800"/>
            </a:lvl1pPr>
          </a:lstStyle>
          <a:p>
            <a:r>
              <a:rPr lang="en-US"/>
              <a:t>Click icon below to insert a photo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FECD923-F5D4-7C6E-BCD0-CC7DE63508A2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D5B6E44-BD25-ED51-E3F1-DA32BD396953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5611BBD-E722-2729-C0CD-78E012747FBE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3A65801-7B51-D2DE-E426-421BE019C846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8A268C6-4F69-FAE7-5354-E3D1C94553A4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811295F-8C81-DB0C-C0AB-89C229DBB6A3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pic>
        <p:nvPicPr>
          <p:cNvPr id="2" name="updated logo" descr="Logo&#10;&#10;Description automatically generated">
            <a:extLst>
              <a:ext uri="{FF2B5EF4-FFF2-40B4-BE49-F238E27FC236}">
                <a16:creationId xmlns:a16="http://schemas.microsoft.com/office/drawing/2014/main" id="{409041AF-E73F-5E6F-C196-F1C01D1C5F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3A675C-326C-9BA8-6856-D84242AEBFD0}"/>
              </a:ext>
            </a:extLst>
          </p:cNvPr>
          <p:cNvSpPr txBox="1"/>
          <p:nvPr userDrawn="1"/>
        </p:nvSpPr>
        <p:spPr>
          <a:xfrm>
            <a:off x="681166" y="6501327"/>
            <a:ext cx="72982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2026 F5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87E0B2-D53D-C206-7691-7EFA56F8C9FC}"/>
              </a:ext>
            </a:extLst>
          </p:cNvPr>
          <p:cNvSpPr txBox="1"/>
          <p:nvPr userDrawn="1"/>
        </p:nvSpPr>
        <p:spPr>
          <a:xfrm>
            <a:off x="6803" y="6501327"/>
            <a:ext cx="567250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E882711-C266-7B20-75C6-296C6D7408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22D6F84-CFD9-9F9B-3723-D3699C205CCB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2784086" y="0"/>
          <a:ext cx="982552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5638">
                  <a:extLst>
                    <a:ext uri="{9D8B030D-6E8A-4147-A177-3AD203B41FA5}">
                      <a16:colId xmlns:a16="http://schemas.microsoft.com/office/drawing/2014/main" val="2612666631"/>
                    </a:ext>
                  </a:extLst>
                </a:gridCol>
                <a:gridCol w="245638">
                  <a:extLst>
                    <a:ext uri="{9D8B030D-6E8A-4147-A177-3AD203B41FA5}">
                      <a16:colId xmlns:a16="http://schemas.microsoft.com/office/drawing/2014/main" val="632087406"/>
                    </a:ext>
                  </a:extLst>
                </a:gridCol>
                <a:gridCol w="244750">
                  <a:extLst>
                    <a:ext uri="{9D8B030D-6E8A-4147-A177-3AD203B41FA5}">
                      <a16:colId xmlns:a16="http://schemas.microsoft.com/office/drawing/2014/main" val="3768442156"/>
                    </a:ext>
                  </a:extLst>
                </a:gridCol>
                <a:gridCol w="246526">
                  <a:extLst>
                    <a:ext uri="{9D8B030D-6E8A-4147-A177-3AD203B41FA5}">
                      <a16:colId xmlns:a16="http://schemas.microsoft.com/office/drawing/2014/main" val="2575882035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B2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6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002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00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4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D6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57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A4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E0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C08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712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B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D7E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AF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C8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D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C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8D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3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20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AB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59C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22CB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17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E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7DB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1D6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61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4715CCD-CACB-EC51-913B-4A484414DA3D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2373584" y="0"/>
          <a:ext cx="228918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2591791161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0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9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41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2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260678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520C8DD4-C9AF-6960-6894-F11A174FF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0CA2B1-43F3-4E5A-8642-E7EF9DF675DC}"/>
              </a:ext>
            </a:extLst>
          </p:cNvPr>
          <p:cNvSpPr/>
          <p:nvPr userDrawn="1"/>
        </p:nvSpPr>
        <p:spPr>
          <a:xfrm>
            <a:off x="0" y="0"/>
            <a:ext cx="12192000" cy="2339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89772A-5773-574A-B6F8-FE6EE18F52EE}"/>
              </a:ext>
            </a:extLst>
          </p:cNvPr>
          <p:cNvSpPr/>
          <p:nvPr userDrawn="1"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91C8EB-2EC7-7348-A790-C3B94928DB0F}"/>
              </a:ext>
            </a:extLst>
          </p:cNvPr>
          <p:cNvSpPr/>
          <p:nvPr userDrawn="1"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9DCA21-A80E-C740-8D95-E40B577291A6}"/>
              </a:ext>
            </a:extLst>
          </p:cNvPr>
          <p:cNvSpPr/>
          <p:nvPr userDrawn="1"/>
        </p:nvSpPr>
        <p:spPr>
          <a:xfrm rot="5400000">
            <a:off x="-3200400" y="3200400"/>
            <a:ext cx="6858000" cy="457200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2B2B15-B649-C945-8F45-B73BCE1D96D3}"/>
              </a:ext>
            </a:extLst>
          </p:cNvPr>
          <p:cNvSpPr/>
          <p:nvPr userDrawn="1"/>
        </p:nvSpPr>
        <p:spPr>
          <a:xfrm rot="5400000">
            <a:off x="8534400" y="3200400"/>
            <a:ext cx="6858000" cy="457200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2BD637-13E9-E14F-B2BA-CCCBD0753859}"/>
              </a:ext>
            </a:extLst>
          </p:cNvPr>
          <p:cNvSpPr/>
          <p:nvPr userDrawn="1"/>
        </p:nvSpPr>
        <p:spPr>
          <a:xfrm>
            <a:off x="-687" y="1512321"/>
            <a:ext cx="12188952" cy="457200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4699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2">
            <a:extLst>
              <a:ext uri="{FF2B5EF4-FFF2-40B4-BE49-F238E27FC236}">
                <a16:creationId xmlns:a16="http://schemas.microsoft.com/office/drawing/2014/main" id="{94B560FD-3AA9-CEA0-5ED3-C5FFFCDCB0C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868424" y="2102144"/>
            <a:ext cx="2433289" cy="2433289"/>
            <a:chOff x="5266" y="0"/>
            <a:chExt cx="733" cy="733"/>
          </a:xfrm>
        </p:grpSpPr>
        <p:sp>
          <p:nvSpPr>
            <p:cNvPr id="4" name="Freeform 23">
              <a:extLst>
                <a:ext uri="{FF2B5EF4-FFF2-40B4-BE49-F238E27FC236}">
                  <a16:creationId xmlns:a16="http://schemas.microsoft.com/office/drawing/2014/main" id="{E4AFD52F-B7D1-A290-DCB0-923011AD1B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065 w 4576"/>
                <a:gd name="T3" fmla="*/ 848 h 4576"/>
                <a:gd name="T4" fmla="*/ 4065 w 4576"/>
                <a:gd name="T5" fmla="*/ 848 h 4576"/>
                <a:gd name="T6" fmla="*/ 2288 w 4576"/>
                <a:gd name="T7" fmla="*/ 0 h 4576"/>
                <a:gd name="T8" fmla="*/ 0 w 4576"/>
                <a:gd name="T9" fmla="*/ 2288 h 4576"/>
                <a:gd name="T10" fmla="*/ 445 w 4576"/>
                <a:gd name="T11" fmla="*/ 3644 h 4576"/>
                <a:gd name="T12" fmla="*/ 445 w 4576"/>
                <a:gd name="T13" fmla="*/ 3644 h 4576"/>
                <a:gd name="T14" fmla="*/ 583 w 4576"/>
                <a:gd name="T15" fmla="*/ 3814 h 4576"/>
                <a:gd name="T16" fmla="*/ 583 w 4576"/>
                <a:gd name="T17" fmla="*/ 3814 h 4576"/>
                <a:gd name="T18" fmla="*/ 2288 w 4576"/>
                <a:gd name="T19" fmla="*/ 4576 h 4576"/>
                <a:gd name="T20" fmla="*/ 4576 w 4576"/>
                <a:gd name="T21" fmla="*/ 2288 h 4576"/>
                <a:gd name="T22" fmla="*/ 4176 w 4576"/>
                <a:gd name="T23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1" y="945"/>
                    <a:pt x="4104" y="895"/>
                    <a:pt x="4065" y="848"/>
                  </a:cubicBezTo>
                  <a:cubicBezTo>
                    <a:pt x="4065" y="848"/>
                    <a:pt x="4065" y="848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445" y="3644"/>
                    <a:pt x="445" y="3644"/>
                    <a:pt x="445" y="3644"/>
                  </a:cubicBezTo>
                  <a:cubicBezTo>
                    <a:pt x="488" y="3703"/>
                    <a:pt x="534" y="3759"/>
                    <a:pt x="583" y="3814"/>
                  </a:cubicBezTo>
                  <a:cubicBezTo>
                    <a:pt x="583" y="3814"/>
                    <a:pt x="583" y="381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4">
              <a:extLst>
                <a:ext uri="{FF2B5EF4-FFF2-40B4-BE49-F238E27FC236}">
                  <a16:creationId xmlns:a16="http://schemas.microsoft.com/office/drawing/2014/main" id="{8242F7D6-BFBA-1540-A7E6-0A5FB949D7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317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5">
              <a:extLst>
                <a:ext uri="{FF2B5EF4-FFF2-40B4-BE49-F238E27FC236}">
                  <a16:creationId xmlns:a16="http://schemas.microsoft.com/office/drawing/2014/main" id="{16E0D9B8-ED44-D90C-9E22-7B6D0CB20B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solidFill>
              <a:srgbClr val="E400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6">
              <a:extLst>
                <a:ext uri="{FF2B5EF4-FFF2-40B4-BE49-F238E27FC236}">
                  <a16:creationId xmlns:a16="http://schemas.microsoft.com/office/drawing/2014/main" id="{2C0DA241-F1E3-A3AA-0BAD-26788C823E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solidFill>
              <a:srgbClr val="E400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7">
              <a:extLst>
                <a:ext uri="{FF2B5EF4-FFF2-40B4-BE49-F238E27FC236}">
                  <a16:creationId xmlns:a16="http://schemas.microsoft.com/office/drawing/2014/main" id="{37DA5001-C688-9E9B-26FA-8EA95DD1C3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317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507F766-A8EE-E4D7-BD50-94C42DD3B5DD}"/>
              </a:ext>
            </a:extLst>
          </p:cNvPr>
          <p:cNvGrpSpPr/>
          <p:nvPr userDrawn="1"/>
        </p:nvGrpSpPr>
        <p:grpSpPr>
          <a:xfrm>
            <a:off x="0" y="6763512"/>
            <a:ext cx="12192000" cy="94488"/>
            <a:chOff x="4107" y="7202786"/>
            <a:chExt cx="12187893" cy="3175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2B8C6AA-CBBB-E009-1D7F-14B317421A9E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FB5345B-5CF7-C3AC-2D96-19C06B444FA3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8FAB7F8-510A-8E18-5E95-BD19E5064E73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5BC56F0-8C74-A979-7574-2A49BE7B861D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FD7FB9D-EC5E-9E0D-B885-CC2551692DE1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6581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64.xml"/><Relationship Id="rId26" Type="http://schemas.openxmlformats.org/officeDocument/2006/relationships/slideLayout" Target="../slideLayouts/slideLayout72.xml"/><Relationship Id="rId39" Type="http://schemas.openxmlformats.org/officeDocument/2006/relationships/slideLayout" Target="../slideLayouts/slideLayout85.xml"/><Relationship Id="rId21" Type="http://schemas.openxmlformats.org/officeDocument/2006/relationships/slideLayout" Target="../slideLayouts/slideLayout67.xml"/><Relationship Id="rId34" Type="http://schemas.openxmlformats.org/officeDocument/2006/relationships/slideLayout" Target="../slideLayouts/slideLayout80.xml"/><Relationship Id="rId42" Type="http://schemas.openxmlformats.org/officeDocument/2006/relationships/slideLayout" Target="../slideLayouts/slideLayout88.xml"/><Relationship Id="rId47" Type="http://schemas.openxmlformats.org/officeDocument/2006/relationships/theme" Target="../theme/theme2.xml"/><Relationship Id="rId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62.xml"/><Relationship Id="rId29" Type="http://schemas.openxmlformats.org/officeDocument/2006/relationships/slideLayout" Target="../slideLayouts/slideLayout75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24" Type="http://schemas.openxmlformats.org/officeDocument/2006/relationships/slideLayout" Target="../slideLayouts/slideLayout70.xml"/><Relationship Id="rId32" Type="http://schemas.openxmlformats.org/officeDocument/2006/relationships/slideLayout" Target="../slideLayouts/slideLayout78.xml"/><Relationship Id="rId37" Type="http://schemas.openxmlformats.org/officeDocument/2006/relationships/slideLayout" Target="../slideLayouts/slideLayout83.xml"/><Relationship Id="rId40" Type="http://schemas.openxmlformats.org/officeDocument/2006/relationships/slideLayout" Target="../slideLayouts/slideLayout86.xml"/><Relationship Id="rId45" Type="http://schemas.openxmlformats.org/officeDocument/2006/relationships/slideLayout" Target="../slideLayouts/slideLayout91.xml"/><Relationship Id="rId5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61.xml"/><Relationship Id="rId23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74.xml"/><Relationship Id="rId36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56.xml"/><Relationship Id="rId19" Type="http://schemas.openxmlformats.org/officeDocument/2006/relationships/slideLayout" Target="../slideLayouts/slideLayout65.xml"/><Relationship Id="rId31" Type="http://schemas.openxmlformats.org/officeDocument/2006/relationships/slideLayout" Target="../slideLayouts/slideLayout77.xml"/><Relationship Id="rId44" Type="http://schemas.openxmlformats.org/officeDocument/2006/relationships/slideLayout" Target="../slideLayouts/slideLayout90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60.xml"/><Relationship Id="rId22" Type="http://schemas.openxmlformats.org/officeDocument/2006/relationships/slideLayout" Target="../slideLayouts/slideLayout68.xml"/><Relationship Id="rId27" Type="http://schemas.openxmlformats.org/officeDocument/2006/relationships/slideLayout" Target="../slideLayouts/slideLayout73.xml"/><Relationship Id="rId30" Type="http://schemas.openxmlformats.org/officeDocument/2006/relationships/slideLayout" Target="../slideLayouts/slideLayout76.xml"/><Relationship Id="rId35" Type="http://schemas.openxmlformats.org/officeDocument/2006/relationships/slideLayout" Target="../slideLayouts/slideLayout81.xml"/><Relationship Id="rId43" Type="http://schemas.openxmlformats.org/officeDocument/2006/relationships/slideLayout" Target="../slideLayouts/slideLayout89.xml"/><Relationship Id="rId48" Type="http://schemas.openxmlformats.org/officeDocument/2006/relationships/image" Target="../media/image1.png"/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63.xml"/><Relationship Id="rId25" Type="http://schemas.openxmlformats.org/officeDocument/2006/relationships/slideLayout" Target="../slideLayouts/slideLayout71.xml"/><Relationship Id="rId33" Type="http://schemas.openxmlformats.org/officeDocument/2006/relationships/slideLayout" Target="../slideLayouts/slideLayout79.xml"/><Relationship Id="rId38" Type="http://schemas.openxmlformats.org/officeDocument/2006/relationships/slideLayout" Target="../slideLayouts/slideLayout84.xml"/><Relationship Id="rId46" Type="http://schemas.openxmlformats.org/officeDocument/2006/relationships/slideLayout" Target="../slideLayouts/slideLayout92.xml"/><Relationship Id="rId20" Type="http://schemas.openxmlformats.org/officeDocument/2006/relationships/slideLayout" Target="../slideLayouts/slideLayout66.xml"/><Relationship Id="rId41" Type="http://schemas.openxmlformats.org/officeDocument/2006/relationships/slideLayout" Target="../slideLayouts/slideLayout8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C9411D-BC96-4E78-BA86-AE555DEC231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57200" y="457200"/>
            <a:ext cx="11274552" cy="7539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7C78E-8007-4F21-9F40-137DE0E53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968499"/>
            <a:ext cx="11274552" cy="43116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B132A78-A325-047D-E8A8-FFFB5F164142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01FEE3C-DBB0-E34B-D903-673FF8A108D2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CDC666B-D088-4101-EEC0-5AD7E5464B6C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6FBB995-BF48-E151-1CAA-B3582614FF1D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A161532-7C72-6851-1467-80BC14AF442A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D056492C-0C91-5332-0298-E76EEC3B6A26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93457C5-F2FA-C14D-DAD2-52605F92CAA1}"/>
              </a:ext>
            </a:extLst>
          </p:cNvPr>
          <p:cNvSpPr txBox="1"/>
          <p:nvPr userDrawn="1"/>
        </p:nvSpPr>
        <p:spPr>
          <a:xfrm>
            <a:off x="681166" y="6501327"/>
            <a:ext cx="72982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2026 F5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1375B4-4526-3BB8-8C7F-CF9D9F7A24C3}"/>
              </a:ext>
            </a:extLst>
          </p:cNvPr>
          <p:cNvSpPr txBox="1"/>
          <p:nvPr userDrawn="1"/>
        </p:nvSpPr>
        <p:spPr>
          <a:xfrm>
            <a:off x="6803" y="6501327"/>
            <a:ext cx="567250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6" name="updated logo" descr="Logo&#10;&#10;Description automatically generated">
            <a:extLst>
              <a:ext uri="{FF2B5EF4-FFF2-40B4-BE49-F238E27FC236}">
                <a16:creationId xmlns:a16="http://schemas.microsoft.com/office/drawing/2014/main" id="{37F754B5-F617-01FB-E4C5-CFE77D6E1325}"/>
              </a:ext>
            </a:extLst>
          </p:cNvPr>
          <p:cNvPicPr>
            <a:picLocks noChangeAspect="1"/>
          </p:cNvPicPr>
          <p:nvPr userDrawn="1"/>
        </p:nvPicPr>
        <p:blipFill>
          <a:blip r:embed="rId4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B3F8F5BF-EC54-B37F-A4AF-470726CC7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C6B1E18-52A7-EE62-7ABD-46B8D6C627D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18757579"/>
              </p:ext>
            </p:extLst>
          </p:nvPr>
        </p:nvGraphicFramePr>
        <p:xfrm>
          <a:off x="12784086" y="0"/>
          <a:ext cx="982552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5638">
                  <a:extLst>
                    <a:ext uri="{9D8B030D-6E8A-4147-A177-3AD203B41FA5}">
                      <a16:colId xmlns:a16="http://schemas.microsoft.com/office/drawing/2014/main" val="2612666631"/>
                    </a:ext>
                  </a:extLst>
                </a:gridCol>
                <a:gridCol w="245638">
                  <a:extLst>
                    <a:ext uri="{9D8B030D-6E8A-4147-A177-3AD203B41FA5}">
                      <a16:colId xmlns:a16="http://schemas.microsoft.com/office/drawing/2014/main" val="632087406"/>
                    </a:ext>
                  </a:extLst>
                </a:gridCol>
                <a:gridCol w="244750">
                  <a:extLst>
                    <a:ext uri="{9D8B030D-6E8A-4147-A177-3AD203B41FA5}">
                      <a16:colId xmlns:a16="http://schemas.microsoft.com/office/drawing/2014/main" val="3768442156"/>
                    </a:ext>
                  </a:extLst>
                </a:gridCol>
                <a:gridCol w="246526">
                  <a:extLst>
                    <a:ext uri="{9D8B030D-6E8A-4147-A177-3AD203B41FA5}">
                      <a16:colId xmlns:a16="http://schemas.microsoft.com/office/drawing/2014/main" val="2575882035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B2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6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002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00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4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D6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57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A4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E0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C08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712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B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D7E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AF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C8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D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C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8D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3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20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AB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59C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22CB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17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E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7DB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1D6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61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BDB50FD-4257-6396-F99A-C14470C9D1E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80756691"/>
              </p:ext>
            </p:extLst>
          </p:nvPr>
        </p:nvGraphicFramePr>
        <p:xfrm>
          <a:off x="12373584" y="0"/>
          <a:ext cx="228918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2591791161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0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9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41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2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6524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  <p:sldLayoutId id="2147483737" r:id="rId29"/>
    <p:sldLayoutId id="2147483738" r:id="rId30"/>
    <p:sldLayoutId id="2147483739" r:id="rId31"/>
    <p:sldLayoutId id="2147483740" r:id="rId32"/>
    <p:sldLayoutId id="2147483741" r:id="rId33"/>
    <p:sldLayoutId id="2147483742" r:id="rId34"/>
    <p:sldLayoutId id="2147483743" r:id="rId35"/>
    <p:sldLayoutId id="2147483744" r:id="rId36"/>
    <p:sldLayoutId id="2147483745" r:id="rId37"/>
    <p:sldLayoutId id="2147483746" r:id="rId38"/>
    <p:sldLayoutId id="2147483747" r:id="rId39"/>
    <p:sldLayoutId id="2147483748" r:id="rId40"/>
    <p:sldLayoutId id="2147483749" r:id="rId41"/>
    <p:sldLayoutId id="2147483750" r:id="rId42"/>
    <p:sldLayoutId id="2147483751" r:id="rId43"/>
    <p:sldLayoutId id="2147483752" r:id="rId44"/>
    <p:sldLayoutId id="2147483753" r:id="rId45"/>
    <p:sldLayoutId id="2147483754" r:id="rId46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200" b="1" kern="100" spc="-1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4000"/>
        </a:lnSpc>
        <a:spcBef>
          <a:spcPts val="1200"/>
        </a:spcBef>
        <a:buFont typeface="Arial" panose="020B0604020202020204" pitchFamily="34" charset="0"/>
        <a:buNone/>
        <a:defRPr lang="en-US" sz="1600" kern="1200" spc="-20" dirty="0" smtClean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182880" indent="-182880" algn="l" defTabSz="914400" rtl="0" eaLnBrk="1" latinLnBrk="0" hangingPunct="1">
        <a:lnSpc>
          <a:spcPct val="114000"/>
        </a:lnSpc>
        <a:spcBef>
          <a:spcPts val="1200"/>
        </a:spcBef>
        <a:buFont typeface="Arial" panose="020B0604020202020204" pitchFamily="34" charset="0"/>
        <a:buChar char="•"/>
        <a:defRPr lang="en-US" sz="1600" kern="1200" spc="-20" dirty="0" smtClean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365760" indent="-171450" algn="l" defTabSz="914400" rtl="0" eaLnBrk="1" latinLnBrk="0" hangingPunct="1">
        <a:lnSpc>
          <a:spcPct val="114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lang="en-US" sz="1600" kern="1200" spc="-20" dirty="0" smtClean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640080" indent="-171450" algn="l" defTabSz="914400" rtl="0" eaLnBrk="1" latinLnBrk="0" hangingPunct="1">
        <a:lnSpc>
          <a:spcPct val="114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lang="en-US" sz="1600" kern="1200" spc="-2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0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400"/>
        </a:spcAft>
        <a:buFont typeface="Arial" panose="020B0604020202020204" pitchFamily="34" charset="0"/>
        <a:buChar char="​"/>
        <a:defRPr sz="1600" b="1" kern="100" cap="none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400" b="1" kern="100" cap="all" spc="50" baseline="0">
          <a:solidFill>
            <a:schemeClr val="accent1"/>
          </a:solidFill>
          <a:latin typeface="Arial Narrow" panose="020B0606020202030204" pitchFamily="34" charset="0"/>
          <a:ea typeface="+mn-ea"/>
          <a:cs typeface="Arial" panose="020B0604020202020204" pitchFamily="34" charset="0"/>
        </a:defRPr>
      </a:lvl6pPr>
      <a:lvl7pPr marL="0" indent="0" algn="l" defTabSz="914400" rtl="0" eaLnBrk="1" latinLnBrk="0" hangingPunct="1">
        <a:lnSpc>
          <a:spcPct val="12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400" kern="1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171450" indent="-171450" algn="l" defTabSz="914400" rtl="0" eaLnBrk="1" latinLnBrk="0" hangingPunct="1">
        <a:lnSpc>
          <a:spcPct val="90000"/>
        </a:lnSpc>
        <a:spcBef>
          <a:spcPts val="600"/>
        </a:spcBef>
        <a:spcAft>
          <a:spcPts val="200"/>
        </a:spcAft>
        <a:buFont typeface="Arial" panose="020B0604020202020204" pitchFamily="34" charset="0"/>
        <a:buChar char="•"/>
        <a:defRPr sz="1400" kern="1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42900" indent="-171450" algn="l" defTabSz="914400" rtl="0" eaLnBrk="1" latinLnBrk="0" hangingPunct="1">
        <a:lnSpc>
          <a:spcPct val="90000"/>
        </a:lnSpc>
        <a:spcBef>
          <a:spcPts val="600"/>
        </a:spcBef>
        <a:spcAft>
          <a:spcPts val="400"/>
        </a:spcAft>
        <a:buFont typeface="Arial" panose="020B0604020202020204" pitchFamily="34" charset="0"/>
        <a:buChar char="−"/>
        <a:defRPr sz="1200" kern="1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1248">
          <p15:clr>
            <a:srgbClr val="F26B43"/>
          </p15:clr>
        </p15:guide>
        <p15:guide id="6" pos="288">
          <p15:clr>
            <a:srgbClr val="F26B43"/>
          </p15:clr>
        </p15:guide>
        <p15:guide id="7" pos="7392">
          <p15:clr>
            <a:srgbClr val="F26B43"/>
          </p15:clr>
        </p15:guide>
        <p15:guide id="8" orient="horz" pos="396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C9411D-BC96-4E78-BA86-AE555DEC231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57200" y="457200"/>
            <a:ext cx="11274552" cy="7539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7C78E-8007-4F21-9F40-137DE0E53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968499"/>
            <a:ext cx="11274552" cy="43116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B132A78-A325-047D-E8A8-FFFB5F164142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01FEE3C-DBB0-E34B-D903-673FF8A108D2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CDC666B-D088-4101-EEC0-5AD7E5464B6C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6FBB995-BF48-E151-1CAA-B3582614FF1D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A161532-7C72-6851-1467-80BC14AF442A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D056492C-0C91-5332-0298-E76EEC3B6A26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93457C5-F2FA-C14D-DAD2-52605F92CAA1}"/>
              </a:ext>
            </a:extLst>
          </p:cNvPr>
          <p:cNvSpPr txBox="1"/>
          <p:nvPr userDrawn="1"/>
        </p:nvSpPr>
        <p:spPr>
          <a:xfrm>
            <a:off x="681166" y="6501327"/>
            <a:ext cx="72982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2026 F5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1375B4-4526-3BB8-8C7F-CF9D9F7A24C3}"/>
              </a:ext>
            </a:extLst>
          </p:cNvPr>
          <p:cNvSpPr txBox="1"/>
          <p:nvPr userDrawn="1"/>
        </p:nvSpPr>
        <p:spPr>
          <a:xfrm>
            <a:off x="6803" y="6501327"/>
            <a:ext cx="567250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6" name="updated logo" descr="Logo&#10;&#10;Description automatically generated">
            <a:extLst>
              <a:ext uri="{FF2B5EF4-FFF2-40B4-BE49-F238E27FC236}">
                <a16:creationId xmlns:a16="http://schemas.microsoft.com/office/drawing/2014/main" id="{37F754B5-F617-01FB-E4C5-CFE77D6E1325}"/>
              </a:ext>
            </a:extLst>
          </p:cNvPr>
          <p:cNvPicPr>
            <a:picLocks noChangeAspect="1"/>
          </p:cNvPicPr>
          <p:nvPr userDrawn="1"/>
        </p:nvPicPr>
        <p:blipFill>
          <a:blip r:embed="rId4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B3F8F5BF-EC54-B37F-A4AF-470726CC7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C6B1E18-52A7-EE62-7ABD-46B8D6C627D7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2784086" y="0"/>
          <a:ext cx="982552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5638">
                  <a:extLst>
                    <a:ext uri="{9D8B030D-6E8A-4147-A177-3AD203B41FA5}">
                      <a16:colId xmlns:a16="http://schemas.microsoft.com/office/drawing/2014/main" val="2612666631"/>
                    </a:ext>
                  </a:extLst>
                </a:gridCol>
                <a:gridCol w="245638">
                  <a:extLst>
                    <a:ext uri="{9D8B030D-6E8A-4147-A177-3AD203B41FA5}">
                      <a16:colId xmlns:a16="http://schemas.microsoft.com/office/drawing/2014/main" val="632087406"/>
                    </a:ext>
                  </a:extLst>
                </a:gridCol>
                <a:gridCol w="244750">
                  <a:extLst>
                    <a:ext uri="{9D8B030D-6E8A-4147-A177-3AD203B41FA5}">
                      <a16:colId xmlns:a16="http://schemas.microsoft.com/office/drawing/2014/main" val="3768442156"/>
                    </a:ext>
                  </a:extLst>
                </a:gridCol>
                <a:gridCol w="246526">
                  <a:extLst>
                    <a:ext uri="{9D8B030D-6E8A-4147-A177-3AD203B41FA5}">
                      <a16:colId xmlns:a16="http://schemas.microsoft.com/office/drawing/2014/main" val="2575882035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B2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6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002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200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4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D6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57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A4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E0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C08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712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B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D7E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AF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C8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D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C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8D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3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20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AB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59C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22CB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17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E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7DB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1D6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61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BDB50FD-4257-6396-F99A-C14470C9D1E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2373584" y="0"/>
          <a:ext cx="228918" cy="34289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2591791161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0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9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41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2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6524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  <p:sldLayoutId id="2147483772" r:id="rId17"/>
    <p:sldLayoutId id="2147483773" r:id="rId18"/>
    <p:sldLayoutId id="2147483774" r:id="rId19"/>
    <p:sldLayoutId id="2147483775" r:id="rId20"/>
    <p:sldLayoutId id="2147483776" r:id="rId21"/>
    <p:sldLayoutId id="2147483777" r:id="rId22"/>
    <p:sldLayoutId id="2147483778" r:id="rId23"/>
    <p:sldLayoutId id="2147483779" r:id="rId24"/>
    <p:sldLayoutId id="2147483780" r:id="rId25"/>
    <p:sldLayoutId id="2147483781" r:id="rId26"/>
    <p:sldLayoutId id="2147483782" r:id="rId27"/>
    <p:sldLayoutId id="2147483783" r:id="rId28"/>
    <p:sldLayoutId id="2147483784" r:id="rId29"/>
    <p:sldLayoutId id="2147483785" r:id="rId30"/>
    <p:sldLayoutId id="2147483786" r:id="rId31"/>
    <p:sldLayoutId id="2147483787" r:id="rId32"/>
    <p:sldLayoutId id="2147483788" r:id="rId33"/>
    <p:sldLayoutId id="2147483789" r:id="rId34"/>
    <p:sldLayoutId id="2147483790" r:id="rId35"/>
    <p:sldLayoutId id="2147483791" r:id="rId36"/>
    <p:sldLayoutId id="2147483792" r:id="rId37"/>
    <p:sldLayoutId id="2147483793" r:id="rId38"/>
    <p:sldLayoutId id="2147483794" r:id="rId39"/>
    <p:sldLayoutId id="2147483795" r:id="rId40"/>
    <p:sldLayoutId id="2147483796" r:id="rId41"/>
    <p:sldLayoutId id="2147483797" r:id="rId42"/>
    <p:sldLayoutId id="2147483798" r:id="rId43"/>
    <p:sldLayoutId id="2147483799" r:id="rId44"/>
    <p:sldLayoutId id="2147483800" r:id="rId45"/>
    <p:sldLayoutId id="2147483801" r:id="rId46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200" b="1" kern="100" spc="-1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4000"/>
        </a:lnSpc>
        <a:spcBef>
          <a:spcPts val="1200"/>
        </a:spcBef>
        <a:buFont typeface="Arial" panose="020B0604020202020204" pitchFamily="34" charset="0"/>
        <a:buNone/>
        <a:defRPr lang="en-US" sz="1600" kern="1200" spc="-20" dirty="0" smtClean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182880" indent="-182880" algn="l" defTabSz="914400" rtl="0" eaLnBrk="1" latinLnBrk="0" hangingPunct="1">
        <a:lnSpc>
          <a:spcPct val="114000"/>
        </a:lnSpc>
        <a:spcBef>
          <a:spcPts val="1200"/>
        </a:spcBef>
        <a:buFont typeface="Arial" panose="020B0604020202020204" pitchFamily="34" charset="0"/>
        <a:buChar char="•"/>
        <a:defRPr lang="en-US" sz="1600" kern="1200" spc="-20" dirty="0" smtClean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365760" indent="-171450" algn="l" defTabSz="914400" rtl="0" eaLnBrk="1" latinLnBrk="0" hangingPunct="1">
        <a:lnSpc>
          <a:spcPct val="114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lang="en-US" sz="1600" kern="1200" spc="-20" dirty="0" smtClean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640080" indent="-171450" algn="l" defTabSz="914400" rtl="0" eaLnBrk="1" latinLnBrk="0" hangingPunct="1">
        <a:lnSpc>
          <a:spcPct val="114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lang="en-US" sz="1600" kern="1200" spc="-2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0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400"/>
        </a:spcAft>
        <a:buFont typeface="Arial" panose="020B0604020202020204" pitchFamily="34" charset="0"/>
        <a:buChar char="​"/>
        <a:defRPr sz="1600" b="1" kern="100" cap="none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400" b="1" kern="100" cap="all" spc="50" baseline="0">
          <a:solidFill>
            <a:schemeClr val="accent1"/>
          </a:solidFill>
          <a:latin typeface="Arial Narrow" panose="020B0606020202030204" pitchFamily="34" charset="0"/>
          <a:ea typeface="+mn-ea"/>
          <a:cs typeface="Arial" panose="020B0604020202020204" pitchFamily="34" charset="0"/>
        </a:defRPr>
      </a:lvl6pPr>
      <a:lvl7pPr marL="0" indent="0" algn="l" defTabSz="914400" rtl="0" eaLnBrk="1" latinLnBrk="0" hangingPunct="1">
        <a:lnSpc>
          <a:spcPct val="12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400" kern="1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171450" indent="-171450" algn="l" defTabSz="914400" rtl="0" eaLnBrk="1" latinLnBrk="0" hangingPunct="1">
        <a:lnSpc>
          <a:spcPct val="90000"/>
        </a:lnSpc>
        <a:spcBef>
          <a:spcPts val="600"/>
        </a:spcBef>
        <a:spcAft>
          <a:spcPts val="200"/>
        </a:spcAft>
        <a:buFont typeface="Arial" panose="020B0604020202020204" pitchFamily="34" charset="0"/>
        <a:buChar char="•"/>
        <a:defRPr sz="1400" kern="1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42900" indent="-171450" algn="l" defTabSz="914400" rtl="0" eaLnBrk="1" latinLnBrk="0" hangingPunct="1">
        <a:lnSpc>
          <a:spcPct val="90000"/>
        </a:lnSpc>
        <a:spcBef>
          <a:spcPts val="600"/>
        </a:spcBef>
        <a:spcAft>
          <a:spcPts val="400"/>
        </a:spcAft>
        <a:buFont typeface="Arial" panose="020B0604020202020204" pitchFamily="34" charset="0"/>
        <a:buChar char="−"/>
        <a:defRPr sz="1200" kern="1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5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D67DB45-395B-8B3B-970C-1CE7DB352788}"/>
              </a:ext>
            </a:extLst>
          </p:cNvPr>
          <p:cNvSpPr txBox="1"/>
          <p:nvPr/>
        </p:nvSpPr>
        <p:spPr>
          <a:xfrm>
            <a:off x="1425388" y="5526571"/>
            <a:ext cx="68848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+</a:t>
            </a:r>
            <a:r>
              <a:rPr lang="en-US" dirty="0"/>
              <a:t>+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19473F-FCF4-4B6D-95E3-5FE776D7BB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FIPS-140 Level 3 encryption is just an API call away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DBD998B-FC30-4792-B245-1FFEC0B77D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pPr lvl="1"/>
            <a:r>
              <a:rPr lang="en-US" b="1" dirty="0"/>
              <a:t>Marko Sluga (he/him)</a:t>
            </a:r>
          </a:p>
          <a:p>
            <a:pPr lvl="1"/>
            <a:r>
              <a:rPr lang="en-US" dirty="0"/>
              <a:t>NGINX Evangelist, F5 Inc.</a:t>
            </a:r>
          </a:p>
          <a:p>
            <a:pPr lvl="1"/>
            <a:r>
              <a:rPr lang="en-US" dirty="0"/>
              <a:t>2026/04/01</a:t>
            </a:r>
          </a:p>
          <a:p>
            <a:pPr lvl="1"/>
            <a:r>
              <a:rPr lang="en-US" sz="800" dirty="0"/>
              <a:t>ISO8601 for the win</a:t>
            </a:r>
          </a:p>
          <a:p>
            <a:pPr lvl="1"/>
            <a:endParaRPr lang="en-US" sz="1100" dirty="0"/>
          </a:p>
          <a:p>
            <a:pPr lvl="1"/>
            <a:endParaRPr lang="en-US" sz="1100" dirty="0"/>
          </a:p>
        </p:txBody>
      </p:sp>
      <p:pic>
        <p:nvPicPr>
          <p:cNvPr id="6" name="Picture 5" descr="The image depicts the distinctive black and yellow logo of Amazon Web Services (AWS).&#10;&#10;AI-generated content may be incorrect.">
            <a:extLst>
              <a:ext uri="{FF2B5EF4-FFF2-40B4-BE49-F238E27FC236}">
                <a16:creationId xmlns:a16="http://schemas.microsoft.com/office/drawing/2014/main" id="{8A0FED25-39D0-B704-90A6-BF440203B9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361" y="5491059"/>
            <a:ext cx="997766" cy="79821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CC6D29C4-F8EB-E767-0AB9-9FE51BA657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5408" y="5405718"/>
            <a:ext cx="1251697" cy="111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756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DE2DFD8-42E8-DDD2-A13A-92EB92F43992}"/>
              </a:ext>
            </a:extLst>
          </p:cNvPr>
          <p:cNvSpPr/>
          <p:nvPr/>
        </p:nvSpPr>
        <p:spPr>
          <a:xfrm>
            <a:off x="6093265" y="90534"/>
            <a:ext cx="6098736" cy="67674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ExtraBold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F483C3-2451-C160-C10C-FDEF70A0C7C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2990" y="457200"/>
            <a:ext cx="5719010" cy="6019955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848671-C695-428B-AE2B-7BCCC1F8A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graphicFrame>
        <p:nvGraphicFramePr>
          <p:cNvPr id="12" name="Table 2">
            <a:extLst>
              <a:ext uri="{FF2B5EF4-FFF2-40B4-BE49-F238E27FC236}">
                <a16:creationId xmlns:a16="http://schemas.microsoft.com/office/drawing/2014/main" id="{71713068-4BD5-4D6D-8DB2-E912A2C1E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402592"/>
              </p:ext>
            </p:extLst>
          </p:nvPr>
        </p:nvGraphicFramePr>
        <p:xfrm>
          <a:off x="460036" y="1981200"/>
          <a:ext cx="5111424" cy="26243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11424">
                  <a:extLst>
                    <a:ext uri="{9D8B030D-6E8A-4147-A177-3AD203B41FA5}">
                      <a16:colId xmlns:a16="http://schemas.microsoft.com/office/drawing/2014/main" val="4191562579"/>
                    </a:ext>
                  </a:extLst>
                </a:gridCol>
              </a:tblGrid>
              <a:tr h="656089">
                <a:tc>
                  <a:txBody>
                    <a:bodyPr/>
                    <a:lstStyle/>
                    <a:p>
                      <a:pPr>
                        <a:lnSpc>
                          <a:spcPct val="113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 problem: The gap in TLS</a:t>
                      </a:r>
                    </a:p>
                  </a:txBody>
                  <a:tcPr marL="0" marT="182880" marB="1828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648394"/>
                  </a:ext>
                </a:extLst>
              </a:tr>
              <a:tr h="656089">
                <a:tc>
                  <a:txBody>
                    <a:bodyPr/>
                    <a:lstStyle/>
                    <a:p>
                      <a:pPr>
                        <a:lnSpc>
                          <a:spcPct val="113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 solution: NGINX + KMS/HSM</a:t>
                      </a:r>
                    </a:p>
                  </a:txBody>
                  <a:tcPr marL="0" marT="182880" marB="1828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3233216"/>
                  </a:ext>
                </a:extLst>
              </a:tr>
              <a:tr h="656089">
                <a:tc>
                  <a:txBody>
                    <a:bodyPr/>
                    <a:lstStyle/>
                    <a:p>
                      <a:pPr>
                        <a:lnSpc>
                          <a:spcPct val="113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Live demo</a:t>
                      </a:r>
                    </a:p>
                  </a:txBody>
                  <a:tcPr marL="0" marT="182880" marB="1828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012228"/>
                  </a:ext>
                </a:extLst>
              </a:tr>
              <a:tr h="656089">
                <a:tc>
                  <a:txBody>
                    <a:bodyPr/>
                    <a:lstStyle/>
                    <a:p>
                      <a:pPr>
                        <a:lnSpc>
                          <a:spcPct val="113000"/>
                        </a:lnSpc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Key takeaways</a:t>
                      </a:r>
                    </a:p>
                  </a:txBody>
                  <a:tcPr marL="0" marT="182880" marB="1828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5232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2048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69C700-8B62-464E-A2C9-4CC5800D2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TLS isn’t enough</a:t>
            </a:r>
          </a:p>
        </p:txBody>
      </p:sp>
    </p:spTree>
    <p:extLst>
      <p:ext uri="{BB962C8B-B14F-4D97-AF65-F5344CB8AC3E}">
        <p14:creationId xmlns:p14="http://schemas.microsoft.com/office/powerpoint/2010/main" val="3131092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51CA035-5E52-4769-8021-E0AC7E58E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531043"/>
          </a:xfrm>
        </p:spPr>
        <p:txBody>
          <a:bodyPr>
            <a:spAutoFit/>
          </a:bodyPr>
          <a:lstStyle/>
          <a:p>
            <a:pPr>
              <a:lnSpc>
                <a:spcPct val="113000"/>
              </a:lnSpc>
            </a:pPr>
            <a:r>
              <a:rPr lang="en-US" dirty="0"/>
              <a:t>The gap in TLS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C4468F-5161-4BB0-8C09-EC685730453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199" y="1967112"/>
            <a:ext cx="11274425" cy="2875082"/>
          </a:xfrm>
        </p:spPr>
        <p:txBody>
          <a:bodyPr>
            <a:spAutoFit/>
          </a:bodyPr>
          <a:lstStyle/>
          <a:p>
            <a:r>
              <a:rPr lang="en-US" dirty="0"/>
              <a:t>Potential exposure window</a:t>
            </a:r>
          </a:p>
          <a:p>
            <a:pPr lvl="1"/>
            <a:r>
              <a:rPr lang="en-US" dirty="0"/>
              <a:t>TLS protects the pipe, </a:t>
            </a:r>
            <a:r>
              <a:rPr lang="en-US" b="1" dirty="0"/>
              <a:t>not the payload </a:t>
            </a:r>
          </a:p>
          <a:p>
            <a:pPr lvl="1"/>
            <a:r>
              <a:rPr lang="en-US" dirty="0"/>
              <a:t>Once TLS decrypts sensitive fields</a:t>
            </a:r>
            <a:r>
              <a:rPr lang="en-US" b="1" dirty="0"/>
              <a:t> </a:t>
            </a:r>
            <a:r>
              <a:rPr lang="en-US" dirty="0"/>
              <a:t>are </a:t>
            </a:r>
            <a:r>
              <a:rPr lang="en-US" b="1" dirty="0"/>
              <a:t>plaintext at every next hop</a:t>
            </a:r>
            <a:r>
              <a:rPr lang="en-US" dirty="0"/>
              <a:t>: load balancer, service mesh, logging etc.</a:t>
            </a:r>
          </a:p>
          <a:p>
            <a:pPr lvl="1"/>
            <a:r>
              <a:rPr lang="en-US" dirty="0"/>
              <a:t>Regulatory pressure is real: SEC Rule 17a-4, PCI-DSS, SOX all </a:t>
            </a:r>
            <a:r>
              <a:rPr lang="en-US" b="1" dirty="0"/>
              <a:t>require field-level encryption</a:t>
            </a:r>
          </a:p>
          <a:p>
            <a:pPr lvl="1"/>
            <a:r>
              <a:rPr lang="en-US" dirty="0"/>
              <a:t>Scale amplifies the risk: </a:t>
            </a:r>
            <a:r>
              <a:rPr lang="en-US" b="1" dirty="0"/>
              <a:t>10 billion financial digital transactions </a:t>
            </a:r>
            <a:r>
              <a:rPr lang="en-US" dirty="0"/>
              <a:t>occur globally each day</a:t>
            </a:r>
          </a:p>
          <a:p>
            <a:pPr lvl="1"/>
            <a:r>
              <a:rPr lang="en-US" b="1" dirty="0"/>
              <a:t>Refactoring </a:t>
            </a:r>
            <a:r>
              <a:rPr lang="en-US" dirty="0"/>
              <a:t>every microservice isn’t an option</a:t>
            </a:r>
          </a:p>
          <a:p>
            <a:pPr lvl="1"/>
            <a:r>
              <a:rPr lang="en-US" dirty="0"/>
              <a:t>Need </a:t>
            </a:r>
            <a:r>
              <a:rPr lang="en-US" b="1" dirty="0"/>
              <a:t>encryption at the edge</a:t>
            </a:r>
            <a:r>
              <a:rPr lang="en-US" dirty="0"/>
              <a:t> — transparent to the next hop</a:t>
            </a:r>
          </a:p>
        </p:txBody>
      </p:sp>
    </p:spTree>
    <p:extLst>
      <p:ext uri="{BB962C8B-B14F-4D97-AF65-F5344CB8AC3E}">
        <p14:creationId xmlns:p14="http://schemas.microsoft.com/office/powerpoint/2010/main" val="2963360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1151B62-5048-5604-B429-1A859BBE0261}"/>
              </a:ext>
            </a:extLst>
          </p:cNvPr>
          <p:cNvSpPr/>
          <p:nvPr/>
        </p:nvSpPr>
        <p:spPr>
          <a:xfrm>
            <a:off x="917038" y="1981200"/>
            <a:ext cx="2531954" cy="253195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ExtraBold"/>
              <a:ea typeface="+mn-ea"/>
              <a:cs typeface="+mn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4D1D956-FAC3-AF1C-8E58-2FF432FEA1B4}"/>
              </a:ext>
            </a:extLst>
          </p:cNvPr>
          <p:cNvSpPr/>
          <p:nvPr/>
        </p:nvSpPr>
        <p:spPr>
          <a:xfrm>
            <a:off x="4830023" y="1981200"/>
            <a:ext cx="2531954" cy="25319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ExtraBold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F495DFF-AC23-1A3F-E965-73CD0CF75967}"/>
              </a:ext>
            </a:extLst>
          </p:cNvPr>
          <p:cNvSpPr/>
          <p:nvPr/>
        </p:nvSpPr>
        <p:spPr>
          <a:xfrm>
            <a:off x="8738409" y="1981200"/>
            <a:ext cx="2531954" cy="253195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ExtraBold"/>
              <a:ea typeface="+mn-ea"/>
              <a:cs typeface="+mn-c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7F156C6-6DE9-FE9F-3A0A-06BECA70EB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3363" y="2426095"/>
            <a:ext cx="1642164" cy="164216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BFF98BF-3453-4A0D-A926-A8BE04CBEB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274918" y="2426095"/>
            <a:ext cx="1642164" cy="164216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BF82542-BA2B-33C1-32F7-0976CDD6BF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56410" y="2426095"/>
            <a:ext cx="1642164" cy="16421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197D5E-7048-F052-FB7E-FD2437F962A8}"/>
              </a:ext>
            </a:extLst>
          </p:cNvPr>
          <p:cNvSpPr txBox="1"/>
          <p:nvPr/>
        </p:nvSpPr>
        <p:spPr>
          <a:xfrm>
            <a:off x="773602" y="4820483"/>
            <a:ext cx="4056421" cy="436466"/>
          </a:xfrm>
          <a:prstGeom prst="rect">
            <a:avLst/>
          </a:prstGeom>
          <a:noFill/>
        </p:spPr>
        <p:txBody>
          <a:bodyPr wrap="square" lIns="0" tIns="4572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68375" algn="l"/>
              </a:tabLst>
              <a:defRPr/>
            </a:pPr>
            <a:r>
              <a:rPr kumimoji="0" lang="en-US" sz="2800" b="1" i="0" u="none" strike="noStrike" kern="1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ExtraBold"/>
                <a:ea typeface="+mn-ea"/>
                <a:cs typeface="Arial" panose="020B0604020202020204" pitchFamily="34" charset="0"/>
              </a:rPr>
              <a:t>NGINX </a:t>
            </a:r>
            <a:r>
              <a:rPr kumimoji="0" lang="en-US" sz="2800" b="1" i="0" u="none" strike="noStrike" kern="100" cap="none" spc="-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ExtraBold"/>
                <a:ea typeface="+mn-ea"/>
                <a:cs typeface="Arial" panose="020B0604020202020204" pitchFamily="34" charset="0"/>
              </a:rPr>
              <a:t>njs</a:t>
            </a:r>
            <a:r>
              <a:rPr kumimoji="0" lang="en-US" sz="2800" b="1" i="0" u="none" strike="noStrike" kern="1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ExtraBold"/>
                <a:ea typeface="+mn-ea"/>
                <a:cs typeface="Arial" panose="020B0604020202020204" pitchFamily="34" charset="0"/>
              </a:rPr>
              <a:t>                +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DFCBB1-EB4E-64C4-1A7B-C83444B92EA6}"/>
              </a:ext>
            </a:extLst>
          </p:cNvPr>
          <p:cNvSpPr txBox="1"/>
          <p:nvPr/>
        </p:nvSpPr>
        <p:spPr>
          <a:xfrm>
            <a:off x="5154706" y="4820483"/>
            <a:ext cx="3738282" cy="436466"/>
          </a:xfrm>
          <a:prstGeom prst="rect">
            <a:avLst/>
          </a:prstGeom>
          <a:noFill/>
        </p:spPr>
        <p:txBody>
          <a:bodyPr wrap="square" lIns="0" tIns="45720" rIns="0" bIns="0" rtlCol="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68375" algn="l"/>
              </a:tabLst>
              <a:defRPr/>
            </a:pPr>
            <a:r>
              <a:rPr kumimoji="0" lang="en-US" sz="2800" b="1" i="0" u="none" strike="noStrike" kern="1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ExtraBold"/>
                <a:ea typeface="+mn-ea"/>
                <a:cs typeface="Arial" panose="020B0604020202020204" pitchFamily="34" charset="0"/>
              </a:rPr>
              <a:t>AWS KMS/HSM     =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88FE61-3B96-8A76-24C5-8A0B31F426BC}"/>
              </a:ext>
            </a:extLst>
          </p:cNvPr>
          <p:cNvSpPr txBox="1"/>
          <p:nvPr/>
        </p:nvSpPr>
        <p:spPr>
          <a:xfrm>
            <a:off x="8607845" y="4820483"/>
            <a:ext cx="2810553" cy="824265"/>
          </a:xfrm>
          <a:prstGeom prst="rect">
            <a:avLst/>
          </a:prstGeom>
          <a:noFill/>
        </p:spPr>
        <p:txBody>
          <a:bodyPr wrap="square" lIns="0" tIns="4572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68375" algn="l"/>
              </a:tabLst>
              <a:defRPr/>
            </a:pPr>
            <a:r>
              <a:rPr lang="en-US" sz="2800" b="1" kern="100" spc="-20" dirty="0">
                <a:solidFill>
                  <a:srgbClr val="000000"/>
                </a:solidFill>
                <a:latin typeface="Aptos ExtraBold"/>
                <a:cs typeface="Arial" panose="020B0604020202020204" pitchFamily="34" charset="0"/>
              </a:rPr>
              <a:t>I</a:t>
            </a:r>
            <a:r>
              <a:rPr kumimoji="0" lang="en-US" sz="2800" b="1" i="0" u="none" strike="noStrike" kern="100" cap="none" spc="-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ExtraBold"/>
                <a:ea typeface="+mn-ea"/>
                <a:cs typeface="Arial" panose="020B0604020202020204" pitchFamily="34" charset="0"/>
              </a:rPr>
              <a:t>ndistingushable</a:t>
            </a:r>
            <a:r>
              <a:rPr lang="en-US" sz="2800" b="1" kern="100" spc="-20" dirty="0">
                <a:solidFill>
                  <a:srgbClr val="000000"/>
                </a:solidFill>
                <a:latin typeface="Aptos ExtraBold"/>
                <a:cs typeface="Arial" panose="020B0604020202020204" pitchFamily="34" charset="0"/>
              </a:rPr>
              <a:t>L</a:t>
            </a:r>
            <a:r>
              <a:rPr kumimoji="0" lang="en-US" sz="2800" b="1" i="0" u="none" strike="noStrike" kern="100" cap="none" spc="-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ExtraBold"/>
                <a:ea typeface="+mn-ea"/>
                <a:cs typeface="Arial" panose="020B0604020202020204" pitchFamily="34" charset="0"/>
              </a:rPr>
              <a:t>atency</a:t>
            </a:r>
            <a:endParaRPr kumimoji="0" lang="en-US" sz="2800" b="1" i="0" u="none" strike="noStrike" kern="100" cap="none" spc="-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ExtraBold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9DCFF7E-AF87-9AC4-E6EA-54D145B93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27618"/>
          </a:xfrm>
        </p:spPr>
        <p:txBody>
          <a:bodyPr>
            <a:spAutoFit/>
          </a:bodyPr>
          <a:lstStyle/>
          <a:p>
            <a:r>
              <a:rPr lang="en-US" dirty="0"/>
              <a:t>The solution stack</a:t>
            </a:r>
          </a:p>
        </p:txBody>
      </p:sp>
    </p:spTree>
    <p:extLst>
      <p:ext uri="{BB962C8B-B14F-4D97-AF65-F5344CB8AC3E}">
        <p14:creationId xmlns:p14="http://schemas.microsoft.com/office/powerpoint/2010/main" val="2234056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287E5-F5C8-FA64-594D-A6B951817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427618"/>
          </a:xfrm>
        </p:spPr>
        <p:txBody>
          <a:bodyPr>
            <a:spAutoFit/>
          </a:bodyPr>
          <a:lstStyle/>
          <a:p>
            <a:r>
              <a:rPr lang="en-US" dirty="0"/>
              <a:t>What is NGINX njs?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BA2A6-3E4E-C4E8-E8AC-3B89905EF80A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>
            <a:spAutoFit/>
          </a:bodyPr>
          <a:lstStyle/>
          <a:p>
            <a:pPr lvl="0"/>
            <a:r>
              <a:rPr lang="en-US" dirty="0"/>
              <a:t>A JavaScript module embedded </a:t>
            </a:r>
            <a:r>
              <a:rPr lang="en-US" b="1" dirty="0"/>
              <a:t>natively</a:t>
            </a:r>
            <a:r>
              <a:rPr lang="en-US" dirty="0"/>
              <a:t> in NGINX</a:t>
            </a:r>
          </a:p>
          <a:p>
            <a:pPr lvl="1"/>
            <a:r>
              <a:rPr lang="en-US" dirty="0"/>
              <a:t>Write custom request/response logic in JavaScript — </a:t>
            </a:r>
            <a:r>
              <a:rPr lang="en-US" b="1" dirty="0"/>
              <a:t>no sidecar, no SDK</a:t>
            </a:r>
          </a:p>
          <a:p>
            <a:pPr lvl="1"/>
            <a:r>
              <a:rPr lang="en-US" b="1" dirty="0"/>
              <a:t>Runs as middleware</a:t>
            </a:r>
            <a:r>
              <a:rPr lang="en-US" dirty="0"/>
              <a:t> between the client and upstream services</a:t>
            </a:r>
          </a:p>
          <a:p>
            <a:pPr lvl="0"/>
            <a:r>
              <a:rPr lang="en-US" dirty="0"/>
              <a:t>Purpose-built for </a:t>
            </a:r>
            <a:r>
              <a:rPr lang="en-US" b="1" dirty="0"/>
              <a:t>per-request processing </a:t>
            </a:r>
            <a:r>
              <a:rPr lang="en-US" dirty="0"/>
              <a:t>(super fast!)</a:t>
            </a:r>
          </a:p>
          <a:p>
            <a:pPr lvl="1"/>
            <a:r>
              <a:rPr lang="en-US" dirty="0"/>
              <a:t>Single-threaded bytecode VM — initializes and disposes </a:t>
            </a:r>
            <a:r>
              <a:rPr lang="en-US" b="1" dirty="0"/>
              <a:t>per request</a:t>
            </a:r>
          </a:p>
          <a:p>
            <a:pPr lvl="1"/>
            <a:r>
              <a:rPr lang="en-US" b="1" dirty="0"/>
              <a:t>Non-blocking</a:t>
            </a:r>
            <a:r>
              <a:rPr lang="en-US" dirty="0"/>
              <a:t>: NGINX suspends the VM during I/O and reschedules on completion</a:t>
            </a:r>
          </a:p>
          <a:p>
            <a:pPr lvl="0"/>
            <a:r>
              <a:rPr lang="en-US" dirty="0"/>
              <a:t>Why it matters for </a:t>
            </a:r>
            <a:r>
              <a:rPr lang="en-US" b="1" dirty="0"/>
              <a:t>field-level encryption</a:t>
            </a:r>
          </a:p>
          <a:p>
            <a:pPr lvl="1"/>
            <a:r>
              <a:rPr lang="en-US" b="1" dirty="0"/>
              <a:t>Intercept and encrypt </a:t>
            </a:r>
            <a:r>
              <a:rPr lang="en-US" dirty="0"/>
              <a:t>sensitive form fields </a:t>
            </a:r>
            <a:r>
              <a:rPr lang="en-US" b="1" dirty="0"/>
              <a:t>in-flight at the edge</a:t>
            </a:r>
          </a:p>
          <a:p>
            <a:pPr lvl="1"/>
            <a:r>
              <a:rPr lang="en-US" dirty="0"/>
              <a:t>Call </a:t>
            </a:r>
            <a:r>
              <a:rPr lang="en-US" b="1" dirty="0" err="1"/>
              <a:t>ngx.fetch</a:t>
            </a:r>
            <a:r>
              <a:rPr lang="en-US" b="1" dirty="0"/>
              <a:t>() </a:t>
            </a:r>
            <a:r>
              <a:rPr lang="en-US" dirty="0"/>
              <a:t>to retrieve data encryption keys</a:t>
            </a:r>
          </a:p>
          <a:p>
            <a:pPr lvl="1"/>
            <a:r>
              <a:rPr lang="en-US" dirty="0"/>
              <a:t>Cached keys keep overhead to </a:t>
            </a:r>
            <a:r>
              <a:rPr lang="en-US" b="1" dirty="0"/>
              <a:t>sub-millisecond — indistinguishable</a:t>
            </a:r>
            <a:r>
              <a:rPr lang="en-US" dirty="0"/>
              <a:t> latency</a:t>
            </a:r>
          </a:p>
        </p:txBody>
      </p:sp>
    </p:spTree>
    <p:extLst>
      <p:ext uri="{BB962C8B-B14F-4D97-AF65-F5344CB8AC3E}">
        <p14:creationId xmlns:p14="http://schemas.microsoft.com/office/powerpoint/2010/main" val="908197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A4790-9107-B976-4A2B-82A9E11B0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AWS KMS?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A0E5C-CD71-EC08-D478-87ADE8C664C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199" y="1967112"/>
            <a:ext cx="11274425" cy="4178901"/>
          </a:xfrm>
        </p:spPr>
        <p:txBody>
          <a:bodyPr>
            <a:spAutoFit/>
          </a:bodyPr>
          <a:lstStyle/>
          <a:p>
            <a:pPr lvl="0"/>
            <a:r>
              <a:rPr lang="en-US" b="1" dirty="0"/>
              <a:t>Fully managed</a:t>
            </a:r>
            <a:r>
              <a:rPr lang="en-US" dirty="0"/>
              <a:t> key lifecycle — no servers, no patching</a:t>
            </a:r>
          </a:p>
          <a:p>
            <a:pPr lvl="1"/>
            <a:r>
              <a:rPr lang="en-US" dirty="0"/>
              <a:t>Create, rotate, disable, and delete keys from a </a:t>
            </a:r>
            <a:r>
              <a:rPr lang="en-US" b="1" dirty="0"/>
              <a:t>single API</a:t>
            </a:r>
          </a:p>
          <a:p>
            <a:pPr lvl="1"/>
            <a:r>
              <a:rPr lang="en-US" b="1" dirty="0"/>
              <a:t>Automatic key rotation</a:t>
            </a:r>
            <a:r>
              <a:rPr lang="en-US" dirty="0"/>
              <a:t> — no application changes required</a:t>
            </a:r>
          </a:p>
          <a:p>
            <a:pPr lvl="0"/>
            <a:r>
              <a:rPr lang="en-US" dirty="0"/>
              <a:t>Native </a:t>
            </a:r>
            <a:r>
              <a:rPr lang="en-US" b="1" dirty="0"/>
              <a:t>envelope encryption</a:t>
            </a:r>
            <a:r>
              <a:rPr lang="en-US" dirty="0"/>
              <a:t> for performance at scale</a:t>
            </a:r>
          </a:p>
          <a:p>
            <a:pPr lvl="1"/>
            <a:r>
              <a:rPr lang="en-US" dirty="0"/>
              <a:t>Generate </a:t>
            </a:r>
            <a:r>
              <a:rPr lang="en-US" b="1" dirty="0"/>
              <a:t>data encryption keys</a:t>
            </a:r>
            <a:r>
              <a:rPr lang="en-US" dirty="0"/>
              <a:t> locally — only the DEK travels the network</a:t>
            </a:r>
          </a:p>
          <a:p>
            <a:pPr lvl="1"/>
            <a:r>
              <a:rPr lang="en-US" dirty="0"/>
              <a:t>Root keys </a:t>
            </a:r>
            <a:r>
              <a:rPr lang="en-US" b="1" dirty="0"/>
              <a:t>never leave KMS unencrypted</a:t>
            </a:r>
          </a:p>
          <a:p>
            <a:pPr lvl="0"/>
            <a:r>
              <a:rPr lang="en-US" dirty="0"/>
              <a:t>Deep </a:t>
            </a:r>
            <a:r>
              <a:rPr lang="en-US" b="1" dirty="0"/>
              <a:t>AWS service integration</a:t>
            </a:r>
            <a:r>
              <a:rPr lang="en-US" dirty="0"/>
              <a:t> + compliance out of the box</a:t>
            </a:r>
          </a:p>
          <a:p>
            <a:pPr lvl="1"/>
            <a:r>
              <a:rPr lang="en-US" dirty="0"/>
              <a:t>One-click encryption for </a:t>
            </a:r>
            <a:r>
              <a:rPr lang="en-US" b="1" dirty="0"/>
              <a:t>S3, EBS, RDS, Lambda</a:t>
            </a:r>
            <a:r>
              <a:rPr lang="en-US" dirty="0"/>
              <a:t> and 100+ services</a:t>
            </a:r>
          </a:p>
          <a:p>
            <a:pPr lvl="1"/>
            <a:r>
              <a:rPr lang="en-US" b="1" dirty="0"/>
              <a:t>FIPS 140-3 Level 3</a:t>
            </a:r>
            <a:r>
              <a:rPr lang="en-US" dirty="0"/>
              <a:t> HSMs; meets </a:t>
            </a:r>
            <a:r>
              <a:rPr lang="en-US" b="1" dirty="0"/>
              <a:t>PCI-DSS, HIPAA, SOC, ISO 27001</a:t>
            </a:r>
          </a:p>
          <a:p>
            <a:pPr lvl="1"/>
            <a:r>
              <a:rPr lang="en-US" dirty="0"/>
              <a:t>But! </a:t>
            </a:r>
            <a:r>
              <a:rPr lang="en-US" b="1" dirty="0"/>
              <a:t>AWS manages the root key!</a:t>
            </a:r>
          </a:p>
        </p:txBody>
      </p:sp>
    </p:spTree>
    <p:extLst>
      <p:ext uri="{BB962C8B-B14F-4D97-AF65-F5344CB8AC3E}">
        <p14:creationId xmlns:p14="http://schemas.microsoft.com/office/powerpoint/2010/main" val="2438946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D2EA7-D4D7-DA17-2D20-D64DB4C7F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HSM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1DFA7-3BA7-E37D-88A9-FDE6044219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199" y="1967112"/>
            <a:ext cx="11274425" cy="4178901"/>
          </a:xfrm>
        </p:spPr>
        <p:txBody>
          <a:bodyPr>
            <a:spAutoFit/>
          </a:bodyPr>
          <a:lstStyle/>
          <a:p>
            <a:pPr lvl="0"/>
            <a:r>
              <a:rPr lang="en-US" b="1" dirty="0"/>
              <a:t>KMS (Default backed uses HSM)</a:t>
            </a:r>
            <a:r>
              <a:rPr lang="en-US" dirty="0"/>
              <a:t> — AWS-managed, multi-tenant</a:t>
            </a:r>
          </a:p>
          <a:p>
            <a:pPr lvl="1"/>
            <a:r>
              <a:rPr lang="en-US" dirty="0"/>
              <a:t>Keys </a:t>
            </a:r>
            <a:r>
              <a:rPr lang="en-US" b="1" dirty="0"/>
              <a:t>logically isolated</a:t>
            </a:r>
            <a:r>
              <a:rPr lang="en-US" dirty="0"/>
              <a:t> on shared FIPS 140-3 L3 hardware — </a:t>
            </a:r>
            <a:r>
              <a:rPr lang="en-US" b="1" dirty="0"/>
              <a:t>zero ops overhead</a:t>
            </a:r>
          </a:p>
          <a:p>
            <a:pPr lvl="1"/>
            <a:r>
              <a:rPr lang="en-US" dirty="0"/>
              <a:t>Best for: </a:t>
            </a:r>
            <a:r>
              <a:rPr lang="en-US" b="1" dirty="0"/>
              <a:t>general-purpose, low volume encryption</a:t>
            </a:r>
            <a:r>
              <a:rPr lang="en-US" dirty="0"/>
              <a:t> </a:t>
            </a:r>
          </a:p>
          <a:p>
            <a:pPr marL="0" lvl="1" indent="0">
              <a:buNone/>
            </a:pPr>
            <a:r>
              <a:rPr lang="en-US" b="1" dirty="0"/>
              <a:t>CloudHSM</a:t>
            </a:r>
            <a:r>
              <a:rPr lang="en-US" dirty="0"/>
              <a:t> — single-tenant, dedicated hardware</a:t>
            </a:r>
          </a:p>
          <a:p>
            <a:pPr lvl="1"/>
            <a:r>
              <a:rPr lang="en-US" b="1" dirty="0"/>
              <a:t>FIPS 140-3 L3 </a:t>
            </a:r>
            <a:r>
              <a:rPr lang="en-US" dirty="0"/>
              <a:t>(HSMv2); </a:t>
            </a:r>
            <a:r>
              <a:rPr lang="en-US" b="1" dirty="0"/>
              <a:t>you own the HSM</a:t>
            </a:r>
            <a:r>
              <a:rPr lang="en-US" dirty="0"/>
              <a:t> — AWS cannot access keys</a:t>
            </a:r>
          </a:p>
          <a:p>
            <a:pPr lvl="1"/>
            <a:r>
              <a:rPr lang="en-US" dirty="0"/>
              <a:t>Supports </a:t>
            </a:r>
            <a:r>
              <a:rPr lang="en-US" b="1" dirty="0"/>
              <a:t>PKCS#11, JCE, CNG (+ general purpose if backing AWS KMS)</a:t>
            </a:r>
            <a:endParaRPr lang="en-US" dirty="0"/>
          </a:p>
          <a:p>
            <a:pPr lvl="1"/>
            <a:r>
              <a:rPr lang="en-US" dirty="0"/>
              <a:t>Best for </a:t>
            </a:r>
            <a:r>
              <a:rPr lang="en-US" b="1" dirty="0"/>
              <a:t>PKI, code signing, payments</a:t>
            </a:r>
          </a:p>
          <a:p>
            <a:pPr lvl="0"/>
            <a:r>
              <a:rPr lang="en-US" b="1" dirty="0"/>
              <a:t>Self-hosted HSM</a:t>
            </a:r>
            <a:r>
              <a:rPr lang="en-US" dirty="0"/>
              <a:t> — on-premises, full physical control</a:t>
            </a:r>
          </a:p>
          <a:p>
            <a:pPr lvl="1"/>
            <a:r>
              <a:rPr lang="en-US" b="1" dirty="0"/>
              <a:t>Complete sovereignty</a:t>
            </a:r>
            <a:r>
              <a:rPr lang="en-US" dirty="0"/>
              <a:t> — keys never leave your data centre</a:t>
            </a:r>
          </a:p>
          <a:p>
            <a:pPr lvl="1"/>
            <a:r>
              <a:rPr lang="en-US" dirty="0"/>
              <a:t>Best for </a:t>
            </a:r>
            <a:r>
              <a:rPr lang="en-US" b="1" dirty="0"/>
              <a:t>air-gapped/government, high volume –</a:t>
            </a:r>
            <a:r>
              <a:rPr lang="en-US" dirty="0"/>
              <a:t> has highest </a:t>
            </a:r>
            <a:r>
              <a:rPr lang="en-US" b="1" dirty="0"/>
              <a:t>ops burden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265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5B574-47E0-EB85-C1A1-81B8EB93F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HSM options compared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4DC2E9-35D0-4707-B275-71168E495F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676753"/>
              </p:ext>
            </p:extLst>
          </p:nvPr>
        </p:nvGraphicFramePr>
        <p:xfrm>
          <a:off x="457200" y="1397000"/>
          <a:ext cx="11277600" cy="3753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1791931946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592988215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1825647767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975159913"/>
                    </a:ext>
                  </a:extLst>
                </a:gridCol>
              </a:tblGrid>
              <a:tr h="536222"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anchor="ctr">
                    <a:solidFill>
                      <a:srgbClr val="0E41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/>
                        </a:rPr>
                        <a:t>AWS KMS</a:t>
                      </a:r>
                    </a:p>
                  </a:txBody>
                  <a:tcPr anchor="ctr">
                    <a:solidFill>
                      <a:srgbClr val="0E41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/>
                        </a:rPr>
                        <a:t>CloudHSM</a:t>
                      </a:r>
                    </a:p>
                  </a:txBody>
                  <a:tcPr anchor="ctr">
                    <a:solidFill>
                      <a:srgbClr val="0E41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Self-hosted HSM</a:t>
                      </a:r>
                    </a:p>
                  </a:txBody>
                  <a:tcPr anchor="ctr">
                    <a:solidFill>
                      <a:srgbClr val="0E41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324172"/>
                  </a:ext>
                </a:extLst>
              </a:tr>
              <a:tr h="536222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latin typeface="Aptos"/>
                        </a:rPr>
                        <a:t>Cost dimension</a:t>
                      </a:r>
                      <a:endParaRPr lang="en-US" sz="1400" b="1" dirty="0"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"/>
                        </a:rPr>
                        <a:t>$0.03 / 10K requests</a:t>
                      </a:r>
                    </a:p>
                    <a:p>
                      <a:pPr algn="ctr"/>
                      <a:r>
                        <a:rPr lang="en-US" sz="1400" dirty="0">
                          <a:latin typeface="Aptos"/>
                        </a:rPr>
                        <a:t>+ $1/key/month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+mn-lt"/>
                        </a:rPr>
                        <a:t>+ ~$1.45 / HSM / </a:t>
                      </a:r>
                      <a:r>
                        <a:rPr lang="en-US" sz="1400" dirty="0" err="1">
                          <a:latin typeface="+mn-lt"/>
                        </a:rPr>
                        <a:t>hr</a:t>
                      </a:r>
                      <a:r>
                        <a:rPr lang="en-US" sz="1400" dirty="0">
                          <a:latin typeface="+mn-lt"/>
                        </a:rPr>
                        <a:t> </a:t>
                      </a:r>
                      <a:endParaRPr lang="en-US" sz="1400" dirty="0"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$20K-200K 3 year TCO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0969869"/>
                  </a:ext>
                </a:extLst>
              </a:tr>
              <a:tr h="536222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latin typeface="Aptos"/>
                        </a:rPr>
                        <a:t>High availability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"/>
                        </a:rPr>
                        <a:t>Built-in (multi-AZ)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"/>
                        </a:rPr>
                        <a:t>Supports Multi-AZ clusters</a:t>
                      </a:r>
                    </a:p>
                    <a:p>
                      <a:pPr algn="ctr"/>
                      <a:r>
                        <a:rPr lang="en-US" sz="1400" dirty="0">
                          <a:latin typeface="Aptos"/>
                        </a:rPr>
                        <a:t>Cost = ~$1.45n*HSM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"/>
                        </a:rPr>
                        <a:t>You build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074054"/>
                  </a:ext>
                </a:extLst>
              </a:tr>
              <a:tr h="536222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latin typeface="Aptos"/>
                        </a:rPr>
                        <a:t>Ease of 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/>
                        </a:rPr>
                        <a:t>Fully managed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"/>
                        </a:rPr>
                        <a:t>AWS-managed hardware</a:t>
                      </a:r>
                      <a:r>
                        <a:rPr lang="en-US" sz="1400" dirty="0">
                          <a:latin typeface="+mn-lt"/>
                        </a:rPr>
                        <a:t>, PKCS #11, JCE and CNG tokens</a:t>
                      </a:r>
                      <a:endParaRPr lang="en-US" sz="1400" dirty="0"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"/>
                        </a:rPr>
                        <a:t>Full ops burden on you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0230182"/>
                  </a:ext>
                </a:extLst>
              </a:tr>
              <a:tr h="536222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latin typeface="Aptos"/>
                        </a:rPr>
                        <a:t>Encryption standard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/>
                        </a:rPr>
                        <a:t>FIPS 140-2 Level 3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/>
                        </a:rPr>
                        <a:t>FIPS 140-2 Level 3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"/>
                        </a:rPr>
                        <a:t>FIPS 140-2/3 Level 3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572747"/>
                  </a:ext>
                </a:extLst>
              </a:tr>
              <a:tr h="536222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latin typeface="Aptos"/>
                        </a:rPr>
                        <a:t>Root key managed by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/>
                        </a:rPr>
                        <a:t>AWS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/>
                        </a:rPr>
                        <a:t>You (customer)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"/>
                        </a:rPr>
                        <a:t>You (customer)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8673593"/>
                  </a:ext>
                </a:extLst>
              </a:tr>
              <a:tr h="536222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latin typeface="Aptos"/>
                        </a:rPr>
                        <a:t>Device managed by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/>
                        </a:rPr>
                        <a:t>AWS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/>
                        </a:rPr>
                        <a:t>AWS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"/>
                        </a:rPr>
                        <a:t>You (customer)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256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2864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EA194-8DF1-1608-02F3-F7EB1BCF6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F37DB36-0D85-C147-6545-836E78AB5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demo</a:t>
            </a:r>
          </a:p>
        </p:txBody>
      </p:sp>
      <p:pic>
        <p:nvPicPr>
          <p:cNvPr id="18" name="Content Placeholder 17" descr="Badge 1 outline">
            <a:extLst>
              <a:ext uri="{FF2B5EF4-FFF2-40B4-BE49-F238E27FC236}">
                <a16:creationId xmlns:a16="http://schemas.microsoft.com/office/drawing/2014/main" id="{A9B59D0C-B164-5DEC-4234-0BCBFA30A1A0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6401" y="1537450"/>
            <a:ext cx="330872" cy="330872"/>
          </a:xfr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3903043-4EF2-652C-7D36-6D5EB895D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808" y="1200716"/>
            <a:ext cx="4911411" cy="5074023"/>
          </a:xfrm>
        </p:spPr>
        <p:txBody>
          <a:bodyPr/>
          <a:lstStyle/>
          <a:p>
            <a:r>
              <a:rPr lang="en-US" sz="1800" b="1" dirty="0">
                <a:solidFill>
                  <a:srgbClr val="222222"/>
                </a:solidFill>
              </a:rPr>
              <a:t>Demo Steps</a:t>
            </a:r>
          </a:p>
          <a:p>
            <a:r>
              <a:rPr lang="en-US" sz="1800" b="1" dirty="0">
                <a:solidFill>
                  <a:srgbClr val="222222"/>
                </a:solidFill>
              </a:rPr>
              <a:t>    Phase 1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222222"/>
                </a:solidFill>
              </a:rPr>
              <a:t>User enters CC# in the browser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222222"/>
                </a:solidFill>
              </a:rPr>
              <a:t>NGINX </a:t>
            </a:r>
            <a:r>
              <a:rPr lang="en-US" dirty="0" err="1">
                <a:solidFill>
                  <a:srgbClr val="222222"/>
                </a:solidFill>
              </a:rPr>
              <a:t>njs</a:t>
            </a:r>
            <a:r>
              <a:rPr lang="en-US" dirty="0">
                <a:solidFill>
                  <a:srgbClr val="222222"/>
                </a:solidFill>
              </a:rPr>
              <a:t> code intercepts the request and retrieves KMS envelope encryption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222222"/>
                </a:solidFill>
              </a:rPr>
              <a:t>NGINX Encrypts and sends </a:t>
            </a:r>
            <a:r>
              <a:rPr lang="en-US" dirty="0"/>
              <a:t>envelop to</a:t>
            </a:r>
            <a:r>
              <a:rPr lang="en-US" dirty="0">
                <a:solidFill>
                  <a:srgbClr val="222222"/>
                </a:solidFill>
              </a:rPr>
              <a:t> back-end</a:t>
            </a:r>
          </a:p>
          <a:p>
            <a:pPr lvl="1" indent="0">
              <a:buNone/>
            </a:pPr>
            <a:r>
              <a:rPr lang="en-US" b="1" dirty="0">
                <a:solidFill>
                  <a:srgbClr val="222222"/>
                </a:solidFill>
              </a:rPr>
              <a:t>Phase 2</a:t>
            </a:r>
            <a:endParaRPr lang="en-US" dirty="0">
              <a:solidFill>
                <a:srgbClr val="222222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222222"/>
                </a:solidFill>
              </a:rPr>
              <a:t>Backend code requests a KMS key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222222"/>
                </a:solidFill>
              </a:rPr>
              <a:t>Backend decrypts encrypted data</a:t>
            </a:r>
          </a:p>
          <a:p>
            <a:pPr lvl="1" indent="0">
              <a:buNone/>
            </a:pPr>
            <a:endParaRPr lang="en-US" dirty="0">
              <a:solidFill>
                <a:srgbClr val="222222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rgbClr val="222222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rgbClr val="222222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rgbClr val="222222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rgbClr val="222222"/>
              </a:solidFill>
            </a:endParaRPr>
          </a:p>
          <a:p>
            <a:endParaRPr lang="en-US" dirty="0"/>
          </a:p>
        </p:txBody>
      </p:sp>
      <p:sp>
        <p:nvSpPr>
          <p:cNvPr id="20" name="Browser">
            <a:extLst>
              <a:ext uri="{FF2B5EF4-FFF2-40B4-BE49-F238E27FC236}">
                <a16:creationId xmlns:a16="http://schemas.microsoft.com/office/drawing/2014/main" id="{C9CAC2B9-BC3E-A05D-DF59-6DD07918FE2B}"/>
              </a:ext>
            </a:extLst>
          </p:cNvPr>
          <p:cNvSpPr/>
          <p:nvPr/>
        </p:nvSpPr>
        <p:spPr>
          <a:xfrm>
            <a:off x="5486739" y="1699873"/>
            <a:ext cx="1397000" cy="635000"/>
          </a:xfrm>
          <a:prstGeom prst="roundRect">
            <a:avLst/>
          </a:prstGeom>
          <a:solidFill>
            <a:srgbClr val="0E41AA"/>
          </a:solidFill>
          <a:ln w="12700">
            <a:noFill/>
          </a:ln>
        </p:spPr>
        <p:txBody>
          <a:bodyPr wrap="square" lIns="45720" tIns="36576" rIns="45720" bIns="36576" anchor="ctr" anchorCtr="0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/>
              </a:rPr>
              <a:t>Browser</a:t>
            </a:r>
          </a:p>
        </p:txBody>
      </p:sp>
      <p:sp>
        <p:nvSpPr>
          <p:cNvPr id="21" name="Arrow1">
            <a:extLst>
              <a:ext uri="{FF2B5EF4-FFF2-40B4-BE49-F238E27FC236}">
                <a16:creationId xmlns:a16="http://schemas.microsoft.com/office/drawing/2014/main" id="{5D6D7DCB-CD9E-6EA9-4FB9-E34FB85C2351}"/>
              </a:ext>
            </a:extLst>
          </p:cNvPr>
          <p:cNvSpPr/>
          <p:nvPr/>
        </p:nvSpPr>
        <p:spPr>
          <a:xfrm>
            <a:off x="6959939" y="1903073"/>
            <a:ext cx="381000" cy="228600"/>
          </a:xfrm>
          <a:prstGeom prst="rightArrow">
            <a:avLst/>
          </a:prstGeom>
          <a:solidFill>
            <a:srgbClr val="F29A36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NGINX njs">
            <a:extLst>
              <a:ext uri="{FF2B5EF4-FFF2-40B4-BE49-F238E27FC236}">
                <a16:creationId xmlns:a16="http://schemas.microsoft.com/office/drawing/2014/main" id="{F2DE0D86-281D-3D5D-1C89-40FA07CAB82A}"/>
              </a:ext>
            </a:extLst>
          </p:cNvPr>
          <p:cNvSpPr/>
          <p:nvPr/>
        </p:nvSpPr>
        <p:spPr>
          <a:xfrm>
            <a:off x="7405186" y="1699873"/>
            <a:ext cx="1397000" cy="635000"/>
          </a:xfrm>
          <a:prstGeom prst="roundRect">
            <a:avLst/>
          </a:prstGeom>
          <a:solidFill>
            <a:srgbClr val="AB2782"/>
          </a:solidFill>
          <a:ln w="12700">
            <a:noFill/>
          </a:ln>
        </p:spPr>
        <p:txBody>
          <a:bodyPr wrap="square" lIns="45720" tIns="36576" rIns="45720" bIns="36576" anchor="ctr" anchorCtr="0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/>
              </a:rPr>
              <a:t>NGINX njs</a:t>
            </a:r>
          </a:p>
        </p:txBody>
      </p:sp>
      <p:sp>
        <p:nvSpPr>
          <p:cNvPr id="23" name="Arrow2">
            <a:extLst>
              <a:ext uri="{FF2B5EF4-FFF2-40B4-BE49-F238E27FC236}">
                <a16:creationId xmlns:a16="http://schemas.microsoft.com/office/drawing/2014/main" id="{4BD2B4F4-01F3-ABED-591D-9B1B95B54876}"/>
              </a:ext>
            </a:extLst>
          </p:cNvPr>
          <p:cNvSpPr/>
          <p:nvPr/>
        </p:nvSpPr>
        <p:spPr>
          <a:xfrm>
            <a:off x="8854224" y="1903073"/>
            <a:ext cx="381000" cy="228600"/>
          </a:xfrm>
          <a:prstGeom prst="rightArrow">
            <a:avLst/>
          </a:prstGeom>
          <a:solidFill>
            <a:srgbClr val="F29A36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Backend">
            <a:extLst>
              <a:ext uri="{FF2B5EF4-FFF2-40B4-BE49-F238E27FC236}">
                <a16:creationId xmlns:a16="http://schemas.microsoft.com/office/drawing/2014/main" id="{AC982CD4-D0B8-492F-FC09-2DE3BCEAE331}"/>
              </a:ext>
            </a:extLst>
          </p:cNvPr>
          <p:cNvSpPr/>
          <p:nvPr/>
        </p:nvSpPr>
        <p:spPr>
          <a:xfrm>
            <a:off x="9307886" y="1690509"/>
            <a:ext cx="1397000" cy="635000"/>
          </a:xfrm>
          <a:prstGeom prst="roundRect">
            <a:avLst/>
          </a:prstGeom>
          <a:solidFill>
            <a:srgbClr val="009639"/>
          </a:solidFill>
          <a:ln w="12700">
            <a:noFill/>
          </a:ln>
        </p:spPr>
        <p:txBody>
          <a:bodyPr wrap="square" lIns="45720" tIns="36576" rIns="45720" bIns="36576" anchor="ctr" anchorCtr="0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/>
              </a:rPr>
              <a:t>Backend</a:t>
            </a:r>
          </a:p>
        </p:txBody>
      </p:sp>
      <p:sp>
        <p:nvSpPr>
          <p:cNvPr id="11" name="AWS KMS">
            <a:extLst>
              <a:ext uri="{FF2B5EF4-FFF2-40B4-BE49-F238E27FC236}">
                <a16:creationId xmlns:a16="http://schemas.microsoft.com/office/drawing/2014/main" id="{CC4654D2-D15B-A696-E1DD-BFD97E650DC7}"/>
              </a:ext>
            </a:extLst>
          </p:cNvPr>
          <p:cNvSpPr/>
          <p:nvPr/>
        </p:nvSpPr>
        <p:spPr>
          <a:xfrm>
            <a:off x="7373973" y="2836865"/>
            <a:ext cx="1397000" cy="635000"/>
          </a:xfrm>
          <a:prstGeom prst="roundRect">
            <a:avLst/>
          </a:prstGeom>
          <a:solidFill>
            <a:srgbClr val="61228B"/>
          </a:solidFill>
          <a:ln w="12700">
            <a:noFill/>
          </a:ln>
        </p:spPr>
        <p:txBody>
          <a:bodyPr wrap="square" lIns="45720" tIns="36576" rIns="45720" bIns="36576" anchor="ctr" anchorCtr="0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/>
              </a:rPr>
              <a:t>AWS KMS</a:t>
            </a:r>
          </a:p>
        </p:txBody>
      </p:sp>
      <p:pic>
        <p:nvPicPr>
          <p:cNvPr id="27" name="Graphic 26" descr="Badge outline">
            <a:extLst>
              <a:ext uri="{FF2B5EF4-FFF2-40B4-BE49-F238E27FC236}">
                <a16:creationId xmlns:a16="http://schemas.microsoft.com/office/drawing/2014/main" id="{4EA37940-7086-64BE-9509-F7A556A3E4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90840" y="2388818"/>
            <a:ext cx="330872" cy="330872"/>
          </a:xfrm>
          <a:prstGeom prst="rect">
            <a:avLst/>
          </a:prstGeom>
        </p:spPr>
      </p:pic>
      <p:pic>
        <p:nvPicPr>
          <p:cNvPr id="31" name="Graphic 30" descr="Badge 3 outline">
            <a:extLst>
              <a:ext uri="{FF2B5EF4-FFF2-40B4-BE49-F238E27FC236}">
                <a16:creationId xmlns:a16="http://schemas.microsoft.com/office/drawing/2014/main" id="{BD3B3EDE-CCE9-921D-28C2-2D19C2FB1D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37126" y="1512906"/>
            <a:ext cx="330872" cy="330872"/>
          </a:xfrm>
          <a:prstGeom prst="rect">
            <a:avLst/>
          </a:prstGeom>
        </p:spPr>
      </p:pic>
      <p:pic>
        <p:nvPicPr>
          <p:cNvPr id="35" name="Graphic 34" descr="Badge 4 outline">
            <a:extLst>
              <a:ext uri="{FF2B5EF4-FFF2-40B4-BE49-F238E27FC236}">
                <a16:creationId xmlns:a16="http://schemas.microsoft.com/office/drawing/2014/main" id="{C8B16485-CD2D-2D1A-B3AE-E0ECFA0A2F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45661" y="2406088"/>
            <a:ext cx="330872" cy="330872"/>
          </a:xfrm>
          <a:prstGeom prst="rect">
            <a:avLst/>
          </a:prstGeom>
        </p:spPr>
      </p:pic>
      <p:pic>
        <p:nvPicPr>
          <p:cNvPr id="41" name="Graphic 40" descr="Badge 5 outline">
            <a:extLst>
              <a:ext uri="{FF2B5EF4-FFF2-40B4-BE49-F238E27FC236}">
                <a16:creationId xmlns:a16="http://schemas.microsoft.com/office/drawing/2014/main" id="{45A1580E-EB68-4A65-8A3F-A7076398B33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679338" y="1480755"/>
            <a:ext cx="330872" cy="330872"/>
          </a:xfrm>
          <a:prstGeom prst="rect">
            <a:avLst/>
          </a:prstGeom>
        </p:spPr>
      </p:pic>
      <p:sp>
        <p:nvSpPr>
          <p:cNvPr id="44" name="Arrow3">
            <a:extLst>
              <a:ext uri="{FF2B5EF4-FFF2-40B4-BE49-F238E27FC236}">
                <a16:creationId xmlns:a16="http://schemas.microsoft.com/office/drawing/2014/main" id="{6224F4EA-3679-CC68-B6CE-F60630D0A5CC}"/>
              </a:ext>
            </a:extLst>
          </p:cNvPr>
          <p:cNvSpPr/>
          <p:nvPr/>
        </p:nvSpPr>
        <p:spPr>
          <a:xfrm rot="5400000">
            <a:off x="7797189" y="2446027"/>
            <a:ext cx="381000" cy="228600"/>
          </a:xfrm>
          <a:prstGeom prst="rightArrow">
            <a:avLst/>
          </a:prstGeom>
          <a:solidFill>
            <a:srgbClr val="F29A36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Arrow3">
            <a:extLst>
              <a:ext uri="{FF2B5EF4-FFF2-40B4-BE49-F238E27FC236}">
                <a16:creationId xmlns:a16="http://schemas.microsoft.com/office/drawing/2014/main" id="{E47CEE31-DEC7-3F0D-A227-7A6B1AF33289}"/>
              </a:ext>
            </a:extLst>
          </p:cNvPr>
          <p:cNvSpPr/>
          <p:nvPr/>
        </p:nvSpPr>
        <p:spPr>
          <a:xfrm rot="16200000">
            <a:off x="8080438" y="2424943"/>
            <a:ext cx="381000" cy="228600"/>
          </a:xfrm>
          <a:prstGeom prst="rightArrow">
            <a:avLst/>
          </a:prstGeom>
          <a:solidFill>
            <a:srgbClr val="F29A36"/>
          </a:solidFill>
          <a:ln w="1270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7" name="AWS KMS">
            <a:extLst>
              <a:ext uri="{FF2B5EF4-FFF2-40B4-BE49-F238E27FC236}">
                <a16:creationId xmlns:a16="http://schemas.microsoft.com/office/drawing/2014/main" id="{4728CACC-C324-7C5C-2E44-8883BD88B0CA}"/>
              </a:ext>
            </a:extLst>
          </p:cNvPr>
          <p:cNvSpPr/>
          <p:nvPr/>
        </p:nvSpPr>
        <p:spPr>
          <a:xfrm>
            <a:off x="9307886" y="2814136"/>
            <a:ext cx="1397000" cy="635000"/>
          </a:xfrm>
          <a:prstGeom prst="roundRect">
            <a:avLst/>
          </a:prstGeom>
          <a:solidFill>
            <a:srgbClr val="61228B"/>
          </a:solidFill>
          <a:ln w="12700">
            <a:noFill/>
          </a:ln>
        </p:spPr>
        <p:txBody>
          <a:bodyPr wrap="square" lIns="45720" tIns="36576" rIns="45720" bIns="36576" anchor="ctr" anchorCtr="0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/>
              </a:rPr>
              <a:t>AWS KMS</a:t>
            </a:r>
          </a:p>
        </p:txBody>
      </p:sp>
      <p:sp>
        <p:nvSpPr>
          <p:cNvPr id="50" name="Arrow3">
            <a:extLst>
              <a:ext uri="{FF2B5EF4-FFF2-40B4-BE49-F238E27FC236}">
                <a16:creationId xmlns:a16="http://schemas.microsoft.com/office/drawing/2014/main" id="{76423092-3FB6-2F52-4BD9-8BA30985DDFD}"/>
              </a:ext>
            </a:extLst>
          </p:cNvPr>
          <p:cNvSpPr/>
          <p:nvPr/>
        </p:nvSpPr>
        <p:spPr>
          <a:xfrm rot="5400000">
            <a:off x="9701586" y="2446027"/>
            <a:ext cx="381000" cy="228600"/>
          </a:xfrm>
          <a:prstGeom prst="rightArrow">
            <a:avLst/>
          </a:prstGeom>
          <a:solidFill>
            <a:srgbClr val="F29A36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Arrow3">
            <a:extLst>
              <a:ext uri="{FF2B5EF4-FFF2-40B4-BE49-F238E27FC236}">
                <a16:creationId xmlns:a16="http://schemas.microsoft.com/office/drawing/2014/main" id="{12540CBC-C5D6-A5AA-D784-518D5FFC1A0F}"/>
              </a:ext>
            </a:extLst>
          </p:cNvPr>
          <p:cNvSpPr/>
          <p:nvPr/>
        </p:nvSpPr>
        <p:spPr>
          <a:xfrm rot="16200000">
            <a:off x="9984835" y="2424943"/>
            <a:ext cx="381000" cy="228600"/>
          </a:xfrm>
          <a:prstGeom prst="rightArrow">
            <a:avLst/>
          </a:prstGeom>
          <a:solidFill>
            <a:srgbClr val="F29A36"/>
          </a:solidFill>
          <a:ln w="1270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" name="QRJoke">
            <a:extLst>
              <a:ext uri="{FF2B5EF4-FFF2-40B4-BE49-F238E27FC236}">
                <a16:creationId xmlns:a16="http://schemas.microsoft.com/office/drawing/2014/main" id="{A53C775C-A60B-34E1-834D-7DA9F5281EAC}"/>
              </a:ext>
            </a:extLst>
          </p:cNvPr>
          <p:cNvSpPr/>
          <p:nvPr/>
        </p:nvSpPr>
        <p:spPr>
          <a:xfrm>
            <a:off x="7395824" y="5197509"/>
            <a:ext cx="3302000" cy="762000"/>
          </a:xfrm>
          <a:prstGeom prst="rect">
            <a:avLst/>
          </a:prstGeom>
          <a:noFill/>
          <a:ln w="12700">
            <a:noFill/>
          </a:ln>
        </p:spPr>
        <p:txBody>
          <a:bodyPr wrap="square" lIns="45720" tIns="36576" rIns="45720" bIns="36576" anchor="ctr" anchorCtr="0"/>
          <a:lstStyle/>
          <a:p>
            <a:pPr algn="ctr">
              <a:buNone/>
            </a:pPr>
            <a:r>
              <a:rPr lang="en-US" sz="2000" b="1" dirty="0">
                <a:solidFill>
                  <a:srgbClr val="E4002B"/>
                </a:solidFill>
                <a:latin typeface="Aptos"/>
              </a:rPr>
              <a:t>"Danger, Will Robinson!"</a:t>
            </a:r>
          </a:p>
        </p:txBody>
      </p:sp>
      <p:sp>
        <p:nvSpPr>
          <p:cNvPr id="54" name="RepoURL">
            <a:extLst>
              <a:ext uri="{FF2B5EF4-FFF2-40B4-BE49-F238E27FC236}">
                <a16:creationId xmlns:a16="http://schemas.microsoft.com/office/drawing/2014/main" id="{DE836903-BF3A-70AF-09D0-D4579B3A9B34}"/>
              </a:ext>
            </a:extLst>
          </p:cNvPr>
          <p:cNvSpPr/>
          <p:nvPr/>
        </p:nvSpPr>
        <p:spPr>
          <a:xfrm>
            <a:off x="7241205" y="5754720"/>
            <a:ext cx="3556000" cy="304800"/>
          </a:xfrm>
          <a:prstGeom prst="rect">
            <a:avLst/>
          </a:prstGeom>
          <a:noFill/>
          <a:ln w="12700">
            <a:noFill/>
          </a:ln>
        </p:spPr>
        <p:txBody>
          <a:bodyPr wrap="square" lIns="45720" tIns="36576" rIns="45720" bIns="36576" anchor="ctr" anchorCtr="0"/>
          <a:lstStyle/>
          <a:p>
            <a:pPr algn="ctr">
              <a:buNone/>
            </a:pPr>
            <a:r>
              <a:rPr lang="en-US" sz="1400" b="1" dirty="0">
                <a:solidFill>
                  <a:srgbClr val="0E41AA"/>
                </a:solidFill>
                <a:latin typeface="Aptos"/>
              </a:rPr>
              <a:t>github.com/markosluga/FIPS140</a:t>
            </a:r>
          </a:p>
        </p:txBody>
      </p:sp>
      <p:pic>
        <p:nvPicPr>
          <p:cNvPr id="55" name="QR Code">
            <a:extLst>
              <a:ext uri="{FF2B5EF4-FFF2-40B4-BE49-F238E27FC236}">
                <a16:creationId xmlns:a16="http://schemas.microsoft.com/office/drawing/2014/main" id="{4BDE58A8-7596-5C44-1ADE-B88D0CE6D2B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71891" y="3951128"/>
            <a:ext cx="1460500" cy="146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36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3050A-C9BB-38BA-60E1-C0CCBDE4D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6A83CE9-65A1-0D77-9F00-6253BED84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427618"/>
          </a:xfrm>
        </p:spPr>
        <p:txBody>
          <a:bodyPr>
            <a:spAutoFit/>
          </a:bodyPr>
          <a:lstStyle/>
          <a:p>
            <a:r>
              <a:rPr lang="en-US" dirty="0">
                <a:cs typeface="Arial"/>
              </a:rPr>
              <a:t>What we achieved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298AA9D-F3E0-B225-1E9B-AD7D67FA8F5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3014870" cy="1871731"/>
          </a:xfr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3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OUTCOME 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-2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Zero frontend refactoring</a:t>
            </a:r>
          </a:p>
          <a:p>
            <a:r>
              <a:rPr lang="en-US" dirty="0"/>
              <a:t>NGINX njs intercepts form fields transparently at the edge. No SDK, no client-side code changes.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4585D4-D56F-5837-1CDE-EB15A7531A1E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334092" y="1967113"/>
            <a:ext cx="3008810" cy="2128468"/>
          </a:xfr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3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OUTCOME 2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-2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End-to-end encryption</a:t>
            </a:r>
          </a:p>
          <a:p>
            <a:r>
              <a:rPr lang="en-US" dirty="0"/>
              <a:t>Plaintext never hits the application layer. Encrypted from browser to vault via AWS KMS (With default FIPS 140-3 Level 3 HSM backing store).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5E1BE3-AC11-8E89-55CE-C921A7A3624C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98864" y="1967113"/>
            <a:ext cx="3105240" cy="1871731"/>
          </a:xfrm>
        </p:spPr>
        <p:txBody>
          <a:bodyPr vert="horz" lIns="0" tIns="0" rIns="9144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3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OUTCOME 3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-2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Indistinguishable performance</a:t>
            </a:r>
          </a:p>
          <a:p>
            <a:r>
              <a:rPr lang="en-US" dirty="0"/>
              <a:t>Millisecond to less than  microsecond overhead. </a:t>
            </a:r>
            <a:br>
              <a:rPr lang="en-US" dirty="0"/>
            </a:br>
            <a:r>
              <a:rPr lang="en-US" dirty="0"/>
              <a:t>Users never feel the encryption.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44AC274-21FF-B64D-52CC-97CF7673DC52}"/>
              </a:ext>
            </a:extLst>
          </p:cNvPr>
          <p:cNvCxnSpPr/>
          <p:nvPr/>
        </p:nvCxnSpPr>
        <p:spPr>
          <a:xfrm>
            <a:off x="3950125" y="1967113"/>
            <a:ext cx="0" cy="3657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9E16C01-7B3E-BA3B-B672-489B0F219C21}"/>
              </a:ext>
            </a:extLst>
          </p:cNvPr>
          <p:cNvCxnSpPr/>
          <p:nvPr/>
        </p:nvCxnSpPr>
        <p:spPr>
          <a:xfrm>
            <a:off x="7820957" y="1967113"/>
            <a:ext cx="0" cy="3657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9009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4">
            <a:extLst>
              <a:ext uri="{FF2B5EF4-FFF2-40B4-BE49-F238E27FC236}">
                <a16:creationId xmlns:a16="http://schemas.microsoft.com/office/drawing/2014/main" id="{ACCA8EC2-2FD9-1175-73A1-1597530B14E9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7970363" cy="24460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200" b="1" kern="100" spc="-1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Thank you!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DD215C-5150-A6C8-2287-08A5BDB132C0}"/>
              </a:ext>
            </a:extLst>
          </p:cNvPr>
          <p:cNvSpPr txBox="1"/>
          <p:nvPr/>
        </p:nvSpPr>
        <p:spPr>
          <a:xfrm>
            <a:off x="0" y="2127122"/>
            <a:ext cx="6884894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b="1" dirty="0">
                <a:solidFill>
                  <a:schemeClr val="bg1"/>
                </a:solidFill>
              </a:rPr>
              <a:t>Marko Sluga </a:t>
            </a:r>
          </a:p>
          <a:p>
            <a:pPr lvl="1"/>
            <a:r>
              <a:rPr lang="en-US" dirty="0" err="1">
                <a:solidFill>
                  <a:schemeClr val="bg1"/>
                </a:solidFill>
              </a:rPr>
              <a:t>m.</a:t>
            </a:r>
            <a:r>
              <a:rPr lang="en-US" err="1">
                <a:solidFill>
                  <a:schemeClr val="bg1"/>
                </a:solidFill>
              </a:rPr>
              <a:t>sluga</a:t>
            </a:r>
            <a:r>
              <a:rPr lang="en-US">
                <a:solidFill>
                  <a:schemeClr val="bg1"/>
                </a:solidFill>
              </a:rPr>
              <a:t>@f5.com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>
                <a:solidFill>
                  <a:schemeClr val="bg1"/>
                </a:solidFill>
              </a:rPr>
              <a:t>2026/04/01</a:t>
            </a:r>
          </a:p>
          <a:p>
            <a:pPr lvl="1"/>
            <a:r>
              <a:rPr lang="en-US" sz="900" dirty="0">
                <a:solidFill>
                  <a:schemeClr val="bg1"/>
                </a:solidFill>
              </a:rPr>
              <a:t>ISO8601 for the win</a:t>
            </a:r>
          </a:p>
        </p:txBody>
      </p:sp>
    </p:spTree>
    <p:extLst>
      <p:ext uri="{BB962C8B-B14F-4D97-AF65-F5344CB8AC3E}">
        <p14:creationId xmlns:p14="http://schemas.microsoft.com/office/powerpoint/2010/main" val="3869002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7615934"/>
      </p:ext>
    </p:extLst>
  </p:cSld>
  <p:clrMapOvr>
    <a:masterClrMapping/>
  </p:clrMapOvr>
</p:sld>
</file>

<file path=ppt/theme/theme1.xml><?xml version="1.0" encoding="utf-8"?>
<a:theme xmlns:a="http://schemas.openxmlformats.org/drawingml/2006/main" name="F5 Theme_FY26">
  <a:themeElements>
    <a:clrScheme name="F5-FY26">
      <a:dk1>
        <a:srgbClr val="000000"/>
      </a:dk1>
      <a:lt1>
        <a:srgbClr val="FFFFFF"/>
      </a:lt1>
      <a:dk2>
        <a:srgbClr val="222222"/>
      </a:dk2>
      <a:lt2>
        <a:srgbClr val="E6E6E6"/>
      </a:lt2>
      <a:accent1>
        <a:srgbClr val="0E41AA"/>
      </a:accent1>
      <a:accent2>
        <a:srgbClr val="61228B"/>
      </a:accent2>
      <a:accent3>
        <a:srgbClr val="AB2782"/>
      </a:accent3>
      <a:accent4>
        <a:srgbClr val="E4002B"/>
      </a:accent4>
      <a:accent5>
        <a:srgbClr val="F29A36"/>
      </a:accent5>
      <a:accent6>
        <a:srgbClr val="009639"/>
      </a:accent6>
      <a:hlink>
        <a:srgbClr val="0E41AA"/>
      </a:hlink>
      <a:folHlink>
        <a:srgbClr val="AB2782"/>
      </a:folHlink>
    </a:clrScheme>
    <a:fontScheme name="Custom 13">
      <a:majorFont>
        <a:latin typeface="Aptos ExtraBold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l">
          <a:lnSpc>
            <a:spcPct val="90000"/>
          </a:lnSpc>
          <a:spcBef>
            <a:spcPts val="200"/>
          </a:spcBef>
          <a:spcAft>
            <a:spcPts val="200"/>
          </a:spcAft>
          <a:defRPr sz="1200" kern="100" dirty="0" err="1" smtClean="0">
            <a:solidFill>
              <a:schemeClr val="tx1"/>
            </a:solidFill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8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05000"/>
          </a:lnSpc>
          <a:spcBef>
            <a:spcPts val="0"/>
          </a:spcBef>
          <a:spcAft>
            <a:spcPts val="600"/>
          </a:spcAft>
          <a:defRPr sz="1600" kern="100" dirty="0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9" id="{7D0BB175-7F45-2D4F-96B4-4218FBAA829A}" vid="{F05532BD-3E28-B24B-B3CA-7846FDEFD8E0}"/>
    </a:ext>
  </a:extLst>
</a:theme>
</file>

<file path=ppt/theme/theme2.xml><?xml version="1.0" encoding="utf-8"?>
<a:theme xmlns:a="http://schemas.openxmlformats.org/drawingml/2006/main" name="F5 Theme_FY26">
  <a:themeElements>
    <a:clrScheme name="F5-FY26">
      <a:dk1>
        <a:srgbClr val="000000"/>
      </a:dk1>
      <a:lt1>
        <a:srgbClr val="FFFFFF"/>
      </a:lt1>
      <a:dk2>
        <a:srgbClr val="222222"/>
      </a:dk2>
      <a:lt2>
        <a:srgbClr val="E6E6E6"/>
      </a:lt2>
      <a:accent1>
        <a:srgbClr val="0E41AA"/>
      </a:accent1>
      <a:accent2>
        <a:srgbClr val="61228B"/>
      </a:accent2>
      <a:accent3>
        <a:srgbClr val="AB2782"/>
      </a:accent3>
      <a:accent4>
        <a:srgbClr val="E4002B"/>
      </a:accent4>
      <a:accent5>
        <a:srgbClr val="F29A36"/>
      </a:accent5>
      <a:accent6>
        <a:srgbClr val="009639"/>
      </a:accent6>
      <a:hlink>
        <a:srgbClr val="0E41AA"/>
      </a:hlink>
      <a:folHlink>
        <a:srgbClr val="AB2782"/>
      </a:folHlink>
    </a:clrScheme>
    <a:fontScheme name="Custom 13">
      <a:majorFont>
        <a:latin typeface="Aptos ExtraBold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l">
          <a:lnSpc>
            <a:spcPct val="90000"/>
          </a:lnSpc>
          <a:spcBef>
            <a:spcPts val="200"/>
          </a:spcBef>
          <a:spcAft>
            <a:spcPts val="200"/>
          </a:spcAft>
          <a:defRPr sz="1200" kern="100" dirty="0" err="1" smtClean="0">
            <a:solidFill>
              <a:schemeClr val="tx1"/>
            </a:solidFill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8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05000"/>
          </a:lnSpc>
          <a:spcBef>
            <a:spcPts val="0"/>
          </a:spcBef>
          <a:spcAft>
            <a:spcPts val="600"/>
          </a:spcAft>
          <a:defRPr sz="1600" kern="100" dirty="0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9" id="{7D0BB175-7F45-2D4F-96B4-4218FBAA829A}" vid="{F05532BD-3E28-B24B-B3CA-7846FDEFD8E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2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21A9449-1EEC-42DB-9B9F-135D5848FAC0}">
  <we:reference id="wa200010001" version="1.0.0.1" store="en-US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artner xmlns="3fd7b252-cf13-45c9-a14d-021eec98dfa4" xsi:nil="true"/>
    <TestType xmlns="3fd7b252-cf13-45c9-a14d-021eec98dfa4" xsi:nil="true"/>
    <MediaType xmlns="3fd7b252-cf13-45c9-a14d-021eec98dfa4" xsi:nil="true"/>
    <lcf76f155ced4ddcb4097134ff3c332f xmlns="3fd7b252-cf13-45c9-a14d-021eec98dfa4">
      <Terms xmlns="http://schemas.microsoft.com/office/infopath/2007/PartnerControls"/>
    </lcf76f155ced4ddcb4097134ff3c332f>
    <Vertical xmlns="3fd7b252-cf13-45c9-a14d-021eec98dfa4" xsi:nil="true"/>
    <TestType2 xmlns="3fd7b252-cf13-45c9-a14d-021eec98dfa4" xsi:nil="true"/>
    <ProjectName xmlns="3fd7b252-cf13-45c9-a14d-021eec98dfa4" xsi:nil="true"/>
    <Test xmlns="3fd7b252-cf13-45c9-a14d-021eec98dfa4" xsi:nil="true"/>
    <Channel xmlns="3fd7b252-cf13-45c9-a14d-021eec98dfa4" xsi:nil="true"/>
    <MediaType2 xmlns="3fd7b252-cf13-45c9-a14d-021eec98dfa4" xsi:nil="true"/>
    <Variable xmlns="3fd7b252-cf13-45c9-a14d-021eec98dfa4" xsi:nil="true"/>
    <TaxCatchAll xmlns="af9ae1a1-40d9-484a-8e79-5834d0c1baa5" xsi:nil="true"/>
    <Purpose xmlns="3fd7b252-cf13-45c9-a14d-021eec98dfa4" xsi:nil="true"/>
    <Date xmlns="3fd7b252-cf13-45c9-a14d-021eec98dfa4" xsi:nil="true"/>
    <Channel2 xmlns="3fd7b252-cf13-45c9-a14d-021eec98dfa4" xsi:nil="true"/>
    <ReportType2 xmlns="3fd7b252-cf13-45c9-a14d-021eec98dfa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3F320DC5BEA64B876848DFAC4327E5" ma:contentTypeVersion="39" ma:contentTypeDescription="Create a new document." ma:contentTypeScope="" ma:versionID="0d27878e8f859cbf14cc82855c3977da">
  <xsd:schema xmlns:xsd="http://www.w3.org/2001/XMLSchema" xmlns:xs="http://www.w3.org/2001/XMLSchema" xmlns:p="http://schemas.microsoft.com/office/2006/metadata/properties" xmlns:ns2="3fd7b252-cf13-45c9-a14d-021eec98dfa4" xmlns:ns3="64a7c496-7651-4a31-bc0e-3b76a7dc9e6d" xmlns:ns4="af9ae1a1-40d9-484a-8e79-5834d0c1baa5" targetNamespace="http://schemas.microsoft.com/office/2006/metadata/properties" ma:root="true" ma:fieldsID="57ac8baddf77b3d3818909d854c8fa4c" ns2:_="" ns3:_="" ns4:_="">
    <xsd:import namespace="3fd7b252-cf13-45c9-a14d-021eec98dfa4"/>
    <xsd:import namespace="64a7c496-7651-4a31-bc0e-3b76a7dc9e6d"/>
    <xsd:import namespace="af9ae1a1-40d9-484a-8e79-5834d0c1baa5"/>
    <xsd:element name="properties">
      <xsd:complexType>
        <xsd:sequence>
          <xsd:element name="documentManagement">
            <xsd:complexType>
              <xsd:all>
                <xsd:element ref="ns2:ProjectName" minOccurs="0"/>
                <xsd:element ref="ns2:TestType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Purpose" minOccurs="0"/>
                <xsd:element ref="ns2:Variable" minOccurs="0"/>
                <xsd:element ref="ns2:MediaType" minOccurs="0"/>
                <xsd:element ref="ns2:Channel" minOccurs="0"/>
                <xsd:element ref="ns2:Vertical" minOccurs="0"/>
                <xsd:element ref="ns2:Test" minOccurs="0"/>
                <xsd:element ref="ns2:Date" minOccurs="0"/>
                <xsd:element ref="ns2:TestType2" minOccurs="0"/>
                <xsd:element ref="ns2:ReportType2" minOccurs="0"/>
                <xsd:element ref="ns2:Partner" minOccurs="0"/>
                <xsd:element ref="ns2:MediaType2" minOccurs="0"/>
                <xsd:element ref="ns2:Channel2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7b252-cf13-45c9-a14d-021eec98dfa4" elementFormDefault="qualified">
    <xsd:import namespace="http://schemas.microsoft.com/office/2006/documentManagement/types"/>
    <xsd:import namespace="http://schemas.microsoft.com/office/infopath/2007/PartnerControls"/>
    <xsd:element name="ProjectName" ma:index="2" nillable="true" ma:displayName="Initiative" ma:format="Dropdown" ma:internalName="ProjectName">
      <xsd:simpleType>
        <xsd:restriction base="dms:Choice">
          <xsd:enumeration value="F5 CX WAAP"/>
          <xsd:enumeration value="SOAS"/>
          <xsd:enumeration value="Fujita"/>
          <xsd:enumeration value="Awareness"/>
          <xsd:enumeration value="Adaptive Apps"/>
          <xsd:enumeration value="Vertical"/>
          <xsd:enumeration value="SDLA"/>
          <xsd:enumeration value="MAD"/>
          <xsd:enumeration value="SDE"/>
          <xsd:enumeration value="Multiple"/>
        </xsd:restriction>
      </xsd:simpleType>
    </xsd:element>
    <xsd:element name="TestType" ma:index="3" nillable="true" ma:displayName="Test Type" ma:format="Dropdown" ma:internalName="TestType">
      <xsd:simpleType>
        <xsd:union memberTypes="dms:Text">
          <xsd:simpleType>
            <xsd:restriction base="dms:Choice">
              <xsd:enumeration value="A/B"/>
              <xsd:enumeration value="UX"/>
              <xsd:enumeration value="Multiple"/>
              <xsd:enumeration value="Brand Perception"/>
              <xsd:enumeration value="User Testing"/>
            </xsd:restriction>
          </xsd:simpleType>
        </xsd:union>
      </xsd:simple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hidden="true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hidden="true" ma:internalName="MediaServiceOCR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hidden="true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true">
      <xsd:simpleType>
        <xsd:restriction base="dms:Note"/>
      </xsd:simpleType>
    </xsd:element>
    <xsd:element name="MediaLengthInSeconds" ma:index="18" nillable="true" ma:displayName="Length (seconds)" ma:hidden="true" ma:internalName="MediaLengthInSeconds" ma:readOnly="true">
      <xsd:simpleType>
        <xsd:restriction base="dms:Unknown"/>
      </xsd:simpleType>
    </xsd:element>
    <xsd:element name="Purpose" ma:index="23" nillable="true" ma:displayName="Report Type" ma:format="Dropdown" ma:internalName="Purpose">
      <xsd:simpleType>
        <xsd:restriction base="dms:Choice">
          <xsd:enumeration value="Data"/>
          <xsd:enumeration value="Insights"/>
          <xsd:enumeration value="Data and Insights"/>
          <xsd:enumeration value="Readout"/>
        </xsd:restriction>
      </xsd:simpleType>
    </xsd:element>
    <xsd:element name="Variable" ma:index="24" nillable="true" ma:displayName="Test Variable" ma:format="Dropdown" ma:internalName="Variable">
      <xsd:simpleType>
        <xsd:restriction base="dms:Choice">
          <xsd:enumeration value="Image"/>
          <xsd:enumeration value="Copy"/>
          <xsd:enumeration value="CTA"/>
          <xsd:enumeration value="Motion"/>
          <xsd:enumeration value="Size"/>
          <xsd:enumeration value="Run time"/>
          <xsd:enumeration value="Captions"/>
        </xsd:restriction>
      </xsd:simpleType>
    </xsd:element>
    <xsd:element name="MediaType" ma:index="25" nillable="true" ma:displayName="Media Type" ma:format="Dropdown" ma:internalName="MediaType">
      <xsd:simpleType>
        <xsd:restriction base="dms:Choice">
          <xsd:enumeration value="Paid Search"/>
          <xsd:enumeration value="Paid Display"/>
          <xsd:enumeration value="Owned Social"/>
          <xsd:enumeration value="Paid Social"/>
          <xsd:enumeration value="Banner Ads"/>
          <xsd:enumeration value="Video"/>
          <xsd:enumeration value="Social Media"/>
          <xsd:enumeration value="Always On"/>
        </xsd:restriction>
      </xsd:simpleType>
    </xsd:element>
    <xsd:element name="Channel" ma:index="26" nillable="true" ma:displayName="Channel" ma:format="Dropdown" ma:internalName="Channel">
      <xsd:simpleType>
        <xsd:restriction base="dms:Choice">
          <xsd:enumeration value="LinkedIn"/>
          <xsd:enumeration value="Facebook"/>
          <xsd:enumeration value="YouTube"/>
          <xsd:enumeration value="Vimeo"/>
          <xsd:enumeration value="Paid Social"/>
          <xsd:enumeration value="Paid Search"/>
          <xsd:enumeration value="Paid Display"/>
          <xsd:enumeration value="Twitter"/>
          <xsd:enumeration value="AlwaysOn"/>
          <xsd:enumeration value="Tableau"/>
          <xsd:enumeration value="Datarama"/>
          <xsd:enumeration value="Adobe Analytics"/>
          <xsd:enumeration value="Google Analytics"/>
        </xsd:restriction>
      </xsd:simpleType>
    </xsd:element>
    <xsd:element name="Vertical" ma:index="27" nillable="true" ma:displayName="Vertical" ma:format="Dropdown" ma:internalName="Vertical">
      <xsd:simpleType>
        <xsd:restriction base="dms:Choice">
          <xsd:enumeration value="App Security"/>
          <xsd:enumeration value="BFSI"/>
          <xsd:enumeration value="Service Provider"/>
          <xsd:enumeration value="Public Sector"/>
          <xsd:enumeration value="Ecommerce"/>
          <xsd:enumeration value="Healthcare"/>
        </xsd:restriction>
      </xsd:simpleType>
    </xsd:element>
    <xsd:element name="Test" ma:index="28" nillable="true" ma:displayName="Notes" ma:format="Dropdown" ma:internalName="Test">
      <xsd:simpleType>
        <xsd:restriction base="dms:Note">
          <xsd:maxLength value="255"/>
        </xsd:restriction>
      </xsd:simpleType>
    </xsd:element>
    <xsd:element name="Date" ma:index="29" nillable="true" ma:displayName="Date" ma:format="Dropdown" ma:internalName="Date">
      <xsd:simpleType>
        <xsd:restriction base="dms:Text">
          <xsd:maxLength value="255"/>
        </xsd:restriction>
      </xsd:simpleType>
    </xsd:element>
    <xsd:element name="TestType2" ma:index="30" nillable="true" ma:displayName="Test Type 2" ma:format="Dropdown" ma:internalName="TestType2">
      <xsd:simpleType>
        <xsd:restriction base="dms:Choice">
          <xsd:enumeration value="A/B"/>
          <xsd:enumeration value="UX"/>
          <xsd:enumeration value="Multiple"/>
          <xsd:enumeration value="Brand Perception"/>
          <xsd:enumeration value="User Testing"/>
        </xsd:restriction>
      </xsd:simpleType>
    </xsd:element>
    <xsd:element name="ReportType2" ma:index="31" nillable="true" ma:displayName="Report Type 2" ma:format="Dropdown" ma:internalName="ReportType2">
      <xsd:simpleType>
        <xsd:restriction base="dms:Choice">
          <xsd:enumeration value="Data"/>
          <xsd:enumeration value="Insights"/>
          <xsd:enumeration value="Data and Insights"/>
          <xsd:enumeration value="Readout"/>
        </xsd:restriction>
      </xsd:simpleType>
    </xsd:element>
    <xsd:element name="Partner" ma:index="32" nillable="true" ma:displayName="Partner" ma:format="Dropdown" ma:internalName="Partner">
      <xsd:simpleType>
        <xsd:restriction base="dms:Choice">
          <xsd:enumeration value="Brainlabs"/>
          <xsd:enumeration value="UpTop"/>
          <xsd:enumeration value="User Testing"/>
          <xsd:enumeration value="Madfish"/>
        </xsd:restriction>
      </xsd:simpleType>
    </xsd:element>
    <xsd:element name="MediaType2" ma:index="33" nillable="true" ma:displayName="Media Type 2" ma:format="Dropdown" ma:internalName="MediaType2">
      <xsd:simpleType>
        <xsd:restriction base="dms:Choice">
          <xsd:enumeration value="Paid Search"/>
          <xsd:enumeration value="Paid Display"/>
          <xsd:enumeration value="Owned Social"/>
          <xsd:enumeration value="Paid Social"/>
          <xsd:enumeration value="Banner Ads"/>
          <xsd:enumeration value="Video"/>
          <xsd:enumeration value="Social Media"/>
          <xsd:enumeration value="Always On"/>
        </xsd:restriction>
      </xsd:simpleType>
    </xsd:element>
    <xsd:element name="Channel2" ma:index="34" nillable="true" ma:displayName="Channel 2" ma:format="Dropdown" ma:internalName="Channel2">
      <xsd:simpleType>
        <xsd:restriction base="dms:Choice">
          <xsd:enumeration value="LinkedIn"/>
          <xsd:enumeration value="Facebook"/>
          <xsd:enumeration value="YouTube"/>
          <xsd:enumeration value="Vimeo"/>
          <xsd:enumeration value="Paid Social"/>
          <xsd:enumeration value="Paid Search"/>
          <xsd:enumeration value="Paid Display"/>
          <xsd:enumeration value="Twitter"/>
          <xsd:enumeration value="Always On"/>
          <xsd:enumeration value="Tableau"/>
          <xsd:enumeration value="Datarama"/>
          <xsd:enumeration value="Adobe Analytics"/>
          <xsd:enumeration value="Google Analytics"/>
        </xsd:restriction>
      </xsd:simpleType>
    </xsd:element>
    <xsd:element name="lcf76f155ced4ddcb4097134ff3c332f" ma:index="36" nillable="true" ma:taxonomy="true" ma:internalName="lcf76f155ced4ddcb4097134ff3c332f" ma:taxonomyFieldName="MediaServiceImageTags" ma:displayName="Image Tags" ma:readOnly="false" ma:fieldId="{5cf76f15-5ced-4ddc-b409-7134ff3c332f}" ma:taxonomyMulti="true" ma:sspId="d8e3dbf5-c6ed-4cb8-a6ba-f39a75e0162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3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4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a7c496-7651-4a31-bc0e-3b76a7dc9e6d" elementFormDefault="qualified">
    <xsd:import namespace="http://schemas.microsoft.com/office/2006/documentManagement/types"/>
    <xsd:import namespace="http://schemas.microsoft.com/office/infopath/2007/PartnerControls"/>
    <xsd:element name="SharedWithUsers" ma:index="6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7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9ae1a1-40d9-484a-8e79-5834d0c1baa5" elementFormDefault="qualified">
    <xsd:import namespace="http://schemas.microsoft.com/office/2006/documentManagement/types"/>
    <xsd:import namespace="http://schemas.microsoft.com/office/infopath/2007/PartnerControls"/>
    <xsd:element name="TaxCatchAll" ma:index="37" nillable="true" ma:displayName="Taxonomy Catch All Column" ma:hidden="true" ma:list="{f9640fe0-4422-4af6-bf59-8c01f85763cf}" ma:internalName="TaxCatchAll" ma:showField="CatchAllData" ma:web="64a7c496-7651-4a31-bc0e-3b76a7dc9e6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6D16A51-F360-4133-A543-D2106034D290}">
  <ds:schemaRefs>
    <ds:schemaRef ds:uri="64a7c496-7651-4a31-bc0e-3b76a7dc9e6d"/>
    <ds:schemaRef ds:uri="3fd7b252-cf13-45c9-a14d-021eec98dfa4"/>
    <ds:schemaRef ds:uri="http://purl.org/dc/elements/1.1/"/>
    <ds:schemaRef ds:uri="http://purl.org/dc/dcmitype/"/>
    <ds:schemaRef ds:uri="http://schemas.microsoft.com/office/2006/metadata/properties"/>
    <ds:schemaRef ds:uri="http://schemas.microsoft.com/office/2006/documentManagement/types"/>
    <ds:schemaRef ds:uri="af9ae1a1-40d9-484a-8e79-5834d0c1baa5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9843E4C-E5F6-4AA3-AA55-B78EFD9751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fd7b252-cf13-45c9-a14d-021eec98dfa4"/>
    <ds:schemaRef ds:uri="64a7c496-7651-4a31-bc0e-3b76a7dc9e6d"/>
    <ds:schemaRef ds:uri="af9ae1a1-40d9-484a-8e79-5834d0c1ba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3394260-8DB0-4D3F-BDA2-B9AAAA2D654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d3dfd2f-6a3b-40d1-9be0-bf8327d81c50}" enabled="0" method="" siteId="{dd3dfd2f-6a3b-40d1-9be0-bf8327d81c5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F5-Template-Starter-FY26-Q2 (1)</Template>
  <TotalTime>0</TotalTime>
  <Words>731</Words>
  <Application>Microsoft Office PowerPoint</Application>
  <PresentationFormat>Widescreen</PresentationFormat>
  <Paragraphs>124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ExtraBold</vt:lpstr>
      <vt:lpstr>Arial</vt:lpstr>
      <vt:lpstr>Arial Narrow</vt:lpstr>
      <vt:lpstr>F5 Theme_FY26</vt:lpstr>
      <vt:lpstr>F5 Theme_FY26</vt:lpstr>
      <vt:lpstr>FIPS-140 Level 3 encryption is just an API call away</vt:lpstr>
      <vt:lpstr>Agenda</vt:lpstr>
      <vt:lpstr>TLS isn’t enough</vt:lpstr>
      <vt:lpstr>The gap in TLS</vt:lpstr>
      <vt:lpstr>The solution stack</vt:lpstr>
      <vt:lpstr>What is NGINX njs?</vt:lpstr>
      <vt:lpstr>Why AWS KMS?</vt:lpstr>
      <vt:lpstr>HSM Options</vt:lpstr>
      <vt:lpstr>HSM options compared</vt:lpstr>
      <vt:lpstr>Live demo</vt:lpstr>
      <vt:lpstr>What we achieved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Marko Sluga</dc:creator>
  <cp:lastModifiedBy>Marko Sluga</cp:lastModifiedBy>
  <cp:revision>1</cp:revision>
  <dcterms:created xsi:type="dcterms:W3CDTF">2026-03-26T14:02:59Z</dcterms:created>
  <dcterms:modified xsi:type="dcterms:W3CDTF">2026-03-26T19:28:34Z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0x0101002E3F320DC5BEA64B876848DFAC4327E5</vt:lpwstr>
  </property>
  <property fmtid="{D5CDD505-2E9C-101B-9397-08002B2CF9AE}" pid="3" name="MediaServiceImageTags">
    <vt:lpwstr/>
  </property>
</Properties>
</file>